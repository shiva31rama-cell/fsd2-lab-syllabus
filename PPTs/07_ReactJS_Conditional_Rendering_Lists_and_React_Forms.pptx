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ReactJS Conditional Rendering, Lists and React Forms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7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Implement conditional rendering.</a:t>
            </a:r>
          </a:p>
          <a:p>
            <a:pPr>
              <a:spcAft>
                <a:spcPts val="1000"/>
              </a:spcAft>
              <a:defRPr sz="1800"/>
            </a:pPr>
            <a:r>
              <a:t>Render lists.</a:t>
            </a:r>
          </a:p>
          <a:p>
            <a:pPr>
              <a:spcAft>
                <a:spcPts val="1000"/>
              </a:spcAft>
              <a:defRPr sz="1800"/>
            </a:pPr>
            <a:r>
              <a:t>Work with different form fields using React forms.</a:t>
            </a:r>
          </a:p>
          <a:p>
            <a:pPr>
              <a:spcAft>
                <a:spcPts val="1000"/>
              </a:spcAft>
              <a:defRPr sz="1800"/>
            </a:pPr>
            <a:r>
              <a:t>Added `EventDemo` with a `name` state starting as an empty string.</a:t>
            </a:r>
          </a:p>
          <a:p>
            <a:pPr>
              <a:spcAft>
                <a:spcPts val="1000"/>
              </a:spcAft>
              <a:defRPr sz="1800"/>
            </a:pPr>
            <a:r>
              <a:t>Added a controlled text input using `value` and `onChange`.</a:t>
            </a:r>
          </a:p>
          <a:p>
            <a:pPr>
              <a:spcAft>
                <a:spcPts val="1000"/>
              </a:spcAft>
              <a:defRPr sz="1800"/>
            </a:pPr>
            <a:r>
              <a:t>The page immediately displays `Hello, {name}!` while the user types, with no submit button.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7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index.html:1 &lt;!doctype html&gt;&lt;html&gt;&lt;head&gt;&lt;meta charset="UTF-8"&gt;&lt;meta name="viewport" content="width=device-width,initial-scale=1"&gt;&lt;title&gt;FSD2 React Experiment 07&lt;/title&gt;&lt;/head&gt;&lt;body&gt;&lt;div id="root"&gt;&lt;/div&gt;&lt;script type="module"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7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07-react-conditional-lists-forms/README.md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