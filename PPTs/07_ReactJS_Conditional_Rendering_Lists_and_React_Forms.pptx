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Conditional Rendering, Lists and React Forms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Implement conditional rendering.</a:t>
            </a:r>
          </a:p>
          <a:p>
            <a:pPr>
              <a:spcAft>
                <a:spcPts val="1000"/>
              </a:spcAft>
              <a:defRPr sz="1800"/>
            </a:pPr>
            <a:r>
              <a:t>Render lists.</a:t>
            </a:r>
          </a:p>
          <a:p>
            <a:pPr>
              <a:spcAft>
                <a:spcPts val="1000"/>
              </a:spcAft>
              <a:defRPr sz="1800"/>
            </a:pPr>
            <a:r>
              <a:t>Work with different form fields using React forms.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07&lt;/title&gt;&lt;/head&gt;&lt;body&gt;&lt;div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7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07-react-conditional-lists-forms/README.md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