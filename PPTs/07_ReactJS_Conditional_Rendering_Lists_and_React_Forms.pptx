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800" b="1">
                <a:solidFill>
                  <a:srgbClr val="1B2B4B"/>
                </a:solidFill>
                <a:latin typeface="Aptos"/>
              </a:defRPr>
            </a:pPr>
            <a:r>
              <a:t>ReactJS Conditional Rendering, Lists and React 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Implement conditional rendering.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Render lists.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Work with different form fields using React forms.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Added `EventDemo` with a `name` state starting as an empty string.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Added a controlled text input using `value` and `onChange`.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408176"/>
            <a:ext cx="10241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The page immediately displays `Hello, {name}!` while the user types,</a:t>
            </a:r>
            <a:br/>
            <a:r>
              <a:t>with no submit button.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index.html • lines 1–1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&lt;!doctype html&gt;&lt;html&gt;&lt;head&gt;&lt;meta charset="UTF-8"&gt;&lt;meta name="viewport"</a:t>
            </a:r>
            <a:br/>
            <a:r>
              <a:t>         content="width=device-width,initial-scale=1"&gt;&lt;title&gt;FSD2 React Experiment</a:t>
            </a:r>
            <a:br/>
            <a:r>
              <a:t>         07&lt;/title&gt;&lt;/head&gt;&lt;body&gt;&lt;div id="root"&gt;&lt;/div&gt;&lt;script type="module"</a:t>
            </a:r>
            <a:br/>
            <a:r>
              <a:t>         src="/src/main.jsx"&gt;&lt;/script&gt;&lt;/body&gt;&lt;/html&gt;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main.jsx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import React, { useState } from 'react';</a:t>
            </a:r>
            <a:br/>
            <a:r>
              <a:t>  2  import { createRoot } from 'react-dom/client';</a:t>
            </a:r>
            <a:br/>
            <a:r>
              <a:t>  3  </a:t>
            </a:r>
            <a:br/>
            <a:r>
              <a:t>  4  // Controlled input example: the input value is stored in React state.</a:t>
            </a:r>
            <a:br/>
            <a:r>
              <a:t>  5  function EventDemo() {</a:t>
            </a:r>
            <a:br/>
            <a:r>
              <a:t>  6    const [name, setName] = useState('');</a:t>
            </a:r>
            <a:br/>
            <a:r>
              <a:t>  7  </a:t>
            </a:r>
            <a:br/>
            <a:r>
              <a:t>  8    return (</a:t>
            </a:r>
            <a:br/>
            <a:r>
              <a:t>  9      &lt;section&gt;</a:t>
            </a:r>
            <a:br/>
            <a:r>
              <a:t> 10        &lt;h2&gt;Live Name Greeting&lt;/h2&gt;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ReactJS Conditional Rendering, Lists and React Forms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