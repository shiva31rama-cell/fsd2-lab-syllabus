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10 — MongoDB Installation, Atlas Configuration and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See the experiment README for the exact syllabus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10(b): MongoDB CRUD operations.</a:t>
            </a:r>
            <a:br/>
            <a:r>
              <a:t>  3   *</a:t>
            </a:r>
            <a:br/>
            <a:r>
              <a:t>  4   * Run from the repository root:</a:t>
            </a:r>
            <a:br/>
            <a:r>
              <a:t>  5   *   mongosh --file 10-mongodb-installation-configuration-crud/queries.js</a:t>
            </a:r>
            <a:br/>
            <a:r>
              <a:t>  6   * To use Atlas, pass your connection URI before --file:</a:t>
            </a:r>
            <a:br/>
            <a:r>
              <a:t>  7   *   mongosh "YOUR_ATLAS_URI" --file 10-mongodb-installation-configuration-crud/queries.js</a:t>
            </a:r>
            <a:br/>
            <a:r>
              <a:t>  8   *</a:t>
            </a:r>
            <a:br/>
            <a:r>
              <a:t>  9   * This script uses its own fsdLab sample database and prints important results.</a:t>
            </a:r>
            <a:br/>
            <a:r>
              <a:t> 10   */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db = db.getSiblingDB('fsdLab');</a:t>
            </a:r>
            <a:br/>
            <a:r>
              <a:t> 12  </a:t>
            </a:r>
            <a:br/>
            <a:r>
              <a:t> 13  // Recreate predictable sample state by clearing only this lab collection.</a:t>
            </a:r>
            <a:br/>
            <a:r>
              <a:t> 14  db.students.deleteMany({});</a:t>
            </a:r>
            <a:br/>
            <a:r>
              <a:t> 15  print('CREATE: insert five sample students');</a:t>
            </a:r>
            <a:br/>
            <a:r>
              <a:t> 16  printjson(db.students.insert([</a:t>
            </a:r>
            <a:br/>
            <a:r>
              <a:t> 17    { name: 'Anitha', branch: 'CSE', year: 3, cgpa: 8.9 },</a:t>
            </a:r>
            <a:br/>
            <a:r>
              <a:t> 18    { name: 'Ravi', branch: 'ECE', year: 2, cgpa: 7.8 },</a:t>
            </a:r>
            <a:br/>
            <a:r>
              <a:t> 19    { name: 'Sneha', branch: 'CSE', year: 3, cgpa: 9.1 },</a:t>
            </a:r>
            <a:br/>
            <a:r>
              <a:t> 20    { name: 'Kiran', branch: 'MECH', year: 4, cgpa: 6.9 },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10 — MongoDB Installation, Atlas Configuration and CRUD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