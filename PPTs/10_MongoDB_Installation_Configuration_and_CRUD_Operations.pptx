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MongoDB Installation, Configuration and CRUD Operations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10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Install MongoDB and configure Atlas.</a:t>
            </a:r>
          </a:p>
          <a:p>
            <a:pPr>
              <a:spcAft>
                <a:spcPts val="1000"/>
              </a:spcAft>
              <a:defRPr sz="1800"/>
            </a:pPr>
            <a:r>
              <a:t>Perform CRUD operations using `insert()`, `find()`, `update()` and `remove()`.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10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queries.js:1 // FSD2 MongoDB CRUD lab. Run this file in mongosh.</a:t>
            </a:r>
          </a:p>
          <a:p>
            <a:pPr>
              <a:spcAft>
                <a:spcPts val="800"/>
              </a:spcAft>
              <a:defRPr sz="1800"/>
            </a:pPr>
            <a:r>
              <a:t>queries.js:2 use fsd2lab;</a:t>
            </a:r>
          </a:p>
          <a:p>
            <a:pPr>
              <a:spcAft>
                <a:spcPts val="800"/>
              </a:spcAft>
              <a:defRPr sz="1800"/>
            </a:pPr>
            <a:r>
              <a:t>queries.js:3 </a:t>
            </a:r>
          </a:p>
          <a:p>
            <a:pPr>
              <a:spcAft>
                <a:spcPts val="800"/>
              </a:spcAft>
              <a:defRPr sz="1800"/>
            </a:pPr>
            <a:r>
              <a:t>queries.js:4 // INSERT: syllabus uses insert(); modern MongoDB also supports insertOne().</a:t>
            </a:r>
          </a:p>
          <a:p>
            <a:pPr>
              <a:spcAft>
                <a:spcPts val="800"/>
              </a:spcAft>
              <a:defRPr sz="1800"/>
            </a:pPr>
            <a:r>
              <a:t>queries.js:5 db.students.insertOne({ name: 'Rama', branch: 'CSE', year: 3 });</a:t>
            </a:r>
          </a:p>
          <a:p>
            <a:pPr>
              <a:spcAft>
                <a:spcPts val="800"/>
              </a:spcAft>
              <a:defRPr sz="1800"/>
            </a:pPr>
            <a:r>
              <a:t>queries.js:6 db.students.insertOne({ name: 'Gandhi', branch: 'CSE', year: 3 });</a:t>
            </a:r>
          </a:p>
          <a:p>
            <a:pPr>
              <a:spcAft>
                <a:spcPts val="800"/>
              </a:spcAft>
              <a:defRPr sz="1800"/>
            </a:pPr>
            <a:r>
              <a:t>queries.js:7 </a:t>
            </a:r>
          </a:p>
          <a:p>
            <a:pPr>
              <a:spcAft>
                <a:spcPts val="800"/>
              </a:spcAft>
              <a:defRPr sz="1800"/>
            </a:pPr>
            <a:r>
              <a:t>queries.js:8 // FIND records.</a:t>
            </a:r>
          </a:p>
          <a:p>
            <a:pPr>
              <a:spcAft>
                <a:spcPts val="800"/>
              </a:spcAft>
              <a:defRPr sz="1800"/>
            </a:pPr>
            <a:r>
              <a:t>queries.js:9 db.students.find();</a:t>
            </a:r>
          </a:p>
          <a:p>
            <a:pPr>
              <a:spcAft>
                <a:spcPts val="800"/>
              </a:spcAft>
              <a:defRPr sz="1800"/>
            </a:pPr>
            <a:r>
              <a:t>queries.js:10 db.students.find({ branch: 'CSE' });</a:t>
            </a:r>
          </a:p>
          <a:p>
            <a:pPr>
              <a:spcAft>
                <a:spcPts val="800"/>
              </a:spcAft>
              <a:defRPr sz="1800"/>
            </a:pPr>
            <a:r>
              <a:t>queries.js:11 </a:t>
            </a:r>
          </a:p>
          <a:p>
            <a:pPr>
              <a:spcAft>
                <a:spcPts val="800"/>
              </a:spcAft>
              <a:defRPr sz="1800"/>
            </a:pPr>
            <a:r>
              <a:t>queries.js:12 // UPDATE: syllabus says update(); modern form is updateOne().</a:t>
            </a:r>
          </a:p>
          <a:p>
            <a:pPr>
              <a:spcAft>
                <a:spcPts val="800"/>
              </a:spcAft>
              <a:defRPr sz="1800"/>
            </a:pPr>
            <a:r>
              <a:t>queries.js:13 db.students.updateOne({ name: 'Rama' }, { $set: { year: 4 } });</a:t>
            </a:r>
          </a:p>
          <a:p>
            <a:pPr>
              <a:spcAft>
                <a:spcPts val="800"/>
              </a:spcAft>
              <a:defRPr sz="1800"/>
            </a:pPr>
            <a:r>
              <a:t>queries.js:14 </a:t>
            </a:r>
          </a:p>
          <a:p>
            <a:pPr>
              <a:spcAft>
                <a:spcPts val="800"/>
              </a:spcAft>
              <a:defRPr sz="1800"/>
            </a:pPr>
            <a:r>
              <a:t>queries.js:15 // REMOVE: syllabus says remove(); modern form is deleteOne().</a:t>
            </a:r>
          </a:p>
          <a:p>
            <a:pPr>
              <a:spcAft>
                <a:spcPts val="800"/>
              </a:spcAft>
              <a:defRPr sz="1800"/>
            </a:pPr>
            <a:r>
              <a:t>queries.js:16 db.students.deleteOne({ name: 'Gandhi' });</a:t>
            </a:r>
          </a:p>
          <a:p>
            <a:pPr>
              <a:spcAft>
                <a:spcPts val="800"/>
              </a:spcAft>
              <a:defRPr sz="1800"/>
            </a:pPr>
            <a:r>
              <a:t>queries.js:17 </a:t>
            </a:r>
          </a:p>
          <a:p>
            <a:pPr>
              <a:spcAft>
                <a:spcPts val="800"/>
              </a:spcAft>
              <a:defRPr sz="1800"/>
            </a:pPr>
            <a:r>
              <a:t>queries.js:18 // Check the final data.</a:t>
            </a:r>
          </a:p>
          <a:p>
            <a:pPr>
              <a:spcAft>
                <a:spcPts val="800"/>
              </a:spcAft>
              <a:defRPr sz="1800"/>
            </a:pPr>
            <a:r>
              <a:t>queries.js:19 db.students.find();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10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10-mongodb-installation-configuration-crud/README.md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