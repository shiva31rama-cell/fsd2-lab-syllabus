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200" b="1">
                <a:solidFill>
                  <a:srgbClr val="1B2B4B"/>
                </a:solidFill>
                <a:latin typeface="Aptos"/>
              </a:defRPr>
            </a:pPr>
            <a:r>
              <a:t>MongoDB Installation, Configuration and CRUD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Install MongoDB and configure Atlas.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Perform CRUD operations using `insert()`, `find()`, `update()` and</a:t>
            </a:r>
            <a:br/>
            <a:r>
              <a:t>`remove()`.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queries.js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// FSD2 MongoDB CRUD lab. Run this file in mongosh.</a:t>
            </a:r>
            <a:br/>
            <a:r>
              <a:t>  2  use fsd2lab;</a:t>
            </a:r>
            <a:br/>
            <a:r>
              <a:t>  3  </a:t>
            </a:r>
            <a:br/>
            <a:r>
              <a:t>  4  // INSERT: syllabus uses insert(); modern MongoDB also supports insertOne().</a:t>
            </a:r>
            <a:br/>
            <a:r>
              <a:t>  5  db.students.insertOne({ name: 'Rama', branch: 'CSE', year: 3 });</a:t>
            </a:r>
            <a:br/>
            <a:r>
              <a:t>  6  db.students.insertOne({ name: 'Gandhi', branch: 'CSE', year: 3 });</a:t>
            </a:r>
            <a:br/>
            <a:r>
              <a:t>  7  </a:t>
            </a:r>
            <a:br/>
            <a:r>
              <a:t>  8  // FIND records.</a:t>
            </a:r>
            <a:br/>
            <a:r>
              <a:t>  9  db.students.find();</a:t>
            </a:r>
            <a:br/>
            <a:r>
              <a:t> 10  db.students.find({ branch: 'CSE' });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queries.js • lines 11–19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</a:t>
            </a:r>
            <a:br/>
            <a:r>
              <a:t> 12  // UPDATE: syllabus says update(); modern form is updateOne().</a:t>
            </a:r>
            <a:br/>
            <a:r>
              <a:t> 13  db.students.updateOne({ name: 'Rama' }, { $set: { year: 4 } });</a:t>
            </a:r>
            <a:br/>
            <a:r>
              <a:t> 14  </a:t>
            </a:r>
            <a:br/>
            <a:r>
              <a:t> 15  // REMOVE: syllabus says remove(); modern form is deleteOne().</a:t>
            </a:r>
            <a:br/>
            <a:r>
              <a:t> 16  db.students.deleteOne({ name: 'Gandhi' });</a:t>
            </a:r>
            <a:br/>
            <a:r>
              <a:t> 17  </a:t>
            </a:r>
            <a:br/>
            <a:r>
              <a:t> 18  // Check the final data.</a:t>
            </a:r>
            <a:br/>
            <a:r>
              <a:t> 19  db.students.find();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MongoDB Installation, Configuration and CRUD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