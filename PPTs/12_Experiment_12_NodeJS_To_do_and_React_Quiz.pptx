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Experiment 12 — NodeJS To-do and React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Create a to-do item.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Display all items.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Toggle an item's done status.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Delete an item.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Use REST endpoints with fetch().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Display one question at a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Show multiple-choice options.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Track the score.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Move to the next question.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Display the final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</a:t>
            </a:r>
            <a:br/>
            <a:r>
              <a:t>  2  &lt;html lang="en"&gt;</a:t>
            </a:r>
            <a:br/>
            <a:r>
              <a:t>  3    &lt;head&gt;</a:t>
            </a:r>
            <a:br/>
            <a:r>
              <a:t>  4      &lt;meta charset="UTF-8" /&gt;</a:t>
            </a:r>
            <a:br/>
            <a:r>
              <a:t>  5  </a:t>
            </a:r>
            <a:br/>
            <a:r>
              <a:t>  6      &lt;meta</a:t>
            </a:r>
            <a:br/>
            <a:r>
              <a:t>  7        name="viewport"</a:t>
            </a:r>
            <a:br/>
            <a:r>
              <a:t>  8        content="width=device-width, initial-scale=1.0"</a:t>
            </a:r>
            <a:br/>
            <a:r>
              <a:t>  9      /&gt;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   &lt;title&gt;</a:t>
            </a:r>
            <a:br/>
            <a:r>
              <a:t> 12        FSD2 React Quiz</a:t>
            </a:r>
            <a:br/>
            <a:r>
              <a:t> 13      &lt;/title&gt;</a:t>
            </a:r>
            <a:br/>
            <a:r>
              <a:t> 14    &lt;/head&gt;</a:t>
            </a:r>
            <a:br/>
            <a:r>
              <a:t> 15  </a:t>
            </a:r>
            <a:br/>
            <a:r>
              <a:t> 16    &lt;body&gt;</a:t>
            </a:r>
            <a:br/>
            <a:r>
              <a:t> 17      &lt;div id="root"&gt;&lt;/div&gt;</a:t>
            </a:r>
            <a:br/>
            <a:r>
              <a:t> 18  </a:t>
            </a:r>
            <a:br/>
            <a:r>
              <a:t> 19      &lt;script</a:t>
            </a:r>
            <a:br/>
            <a:r>
              <a:t> 20        type="module"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12 — NodeJS To-do and React Quiz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