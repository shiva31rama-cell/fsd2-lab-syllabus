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200" b="1">
                <a:solidFill>
                  <a:srgbClr val="1B2B4B"/>
                </a:solidFill>
                <a:latin typeface="Aptos"/>
              </a:defRPr>
            </a:pPr>
            <a:r>
              <a:t>Experiment 05 — React HTML, JSX and Function/Class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Heading: `React Render + JSX`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 greeting for Rama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 function component 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 class component 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A StudentCard showing a sample name, branch, year and CGPA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`index.html` includes the root element where React displays the 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6400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`src/main.jsx` contains JSX and the function/class components; it calls</a:t>
            </a:r>
            <a:br/>
            <a:r>
              <a:t>`createRoot(...).render(...)`.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6207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85292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`src/StudentCard.jsx` is a reusable component that receives props.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</a:t>
            </a:r>
            <a:br/>
            <a:r>
              <a:t>  2  &lt;html lang="en"&gt;</a:t>
            </a:r>
            <a:br/>
            <a:r>
              <a:t>  3    &lt;head&gt;</a:t>
            </a:r>
            <a:br/>
            <a:r>
              <a:t>  4      &lt;meta charset="UTF-8" /&gt;</a:t>
            </a:r>
            <a:br/>
            <a:r>
              <a:t>  5  </a:t>
            </a:r>
            <a:br/>
            <a:r>
              <a:t>  6      &lt;meta</a:t>
            </a:r>
            <a:br/>
            <a:r>
              <a:t>  7        name="viewport"</a:t>
            </a:r>
            <a:br/>
            <a:r>
              <a:t>  8        content="width=device-width, initial-scale=1.0"</a:t>
            </a:r>
            <a:br/>
            <a:r>
              <a:t>  9      /&gt;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  &lt;title&gt;</a:t>
            </a:r>
            <a:br/>
            <a:r>
              <a:t> 12        FSD2 React Experiment 05</a:t>
            </a:r>
            <a:br/>
            <a:r>
              <a:t> 13      &lt;/title&gt;</a:t>
            </a:r>
            <a:br/>
            <a:r>
              <a:t> 14    &lt;/head&gt;</a:t>
            </a:r>
            <a:br/>
            <a:r>
              <a:t> 15  </a:t>
            </a:r>
            <a:br/>
            <a:r>
              <a:t> 16    &lt;body&gt;</a:t>
            </a:r>
            <a:br/>
            <a:r>
              <a:t> 17      &lt;div id="root"&gt;&lt;/div&gt;</a:t>
            </a:r>
            <a:br/>
            <a:r>
              <a:t> 18  </a:t>
            </a:r>
            <a:br/>
            <a:r>
              <a:t> 19      &lt;script</a:t>
            </a:r>
            <a:br/>
            <a:r>
              <a:t> 20        type="module"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05 — React HTML, JSX and Function/Class Components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