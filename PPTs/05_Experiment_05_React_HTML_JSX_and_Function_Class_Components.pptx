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05 — React HTML, JSX and Function/Class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Heading: `React Render + JSX`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greeting for 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function component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class component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StudentCard showing a sample name, branch, year and CGPA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`index.html` includes the root element where React displays the UI.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`src/main.jsx` contains JSX and the function/class components; it calls</a:t>
            </a:r>
            <a:br/>
            <a:r>
              <a:t>`createRoot(...).render(...)`.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6207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5292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`src/StudentCard.jsx` is a reusable component that receives props.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05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05 — React HTML, JSX and Function/Class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