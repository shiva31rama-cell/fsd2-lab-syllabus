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React Router and Updating the Screen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Route to different pages using React Router.</a:t>
            </a:r>
          </a:p>
          <a:p>
            <a:pPr>
              <a:spcAft>
                <a:spcPts val="1000"/>
              </a:spcAft>
              <a:defRPr sz="1800"/>
            </a:pPr>
            <a:r>
              <a:t>Update the screen when state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08&lt;/title&gt;&lt;/head&gt;&lt;body&gt;&lt;div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8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08-react-router-updating-screen/README.md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