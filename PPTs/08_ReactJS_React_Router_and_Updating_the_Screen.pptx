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ReactJS React Router and Updating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Route to different pages using React Router.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Update the screen when state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 Experiment</a:t>
            </a:r>
            <a:br/>
            <a:r>
              <a:t>         08&lt;/title&gt;&lt;/head&gt;&lt;body&gt;&lt;div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main.jsx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import React, { useState } from 'react';</a:t>
            </a:r>
            <a:br/>
            <a:r>
              <a:t>  2  import { createRoot } from 'react-dom/client';</a:t>
            </a:r>
            <a:br/>
            <a:r>
              <a:t>  3  import { BrowserRouter, Link, Routes, Route } from 'react-router-dom';</a:t>
            </a:r>
            <a:br/>
            <a:r>
              <a:t>  4  </a:t>
            </a:r>
            <a:br/>
            <a:r>
              <a:t>  5  function Home() { return &lt;&gt;&lt;h2&gt;Home&lt;/h2&gt;&lt;p&gt;This is the home route.&lt;/p&gt;&lt;/&gt;; }</a:t>
            </a:r>
            <a:br/>
            <a:r>
              <a:t>  6  function About() { return &lt;&gt;&lt;h2&gt;About&lt;/h2&gt;&lt;p&gt;This is another route.&lt;/p&gt;&lt;/&gt;; }</a:t>
            </a:r>
            <a:br/>
            <a:r>
              <a:t>  7  function Counter() {</a:t>
            </a:r>
            <a:br/>
            <a:r>
              <a:t>  8    const [count, setCount] = useState(0);</a:t>
            </a:r>
            <a:br/>
            <a:r>
              <a:t>  9    return &lt;&gt;&lt;h2&gt;Updating the Screen&lt;/h2&gt;&lt;button onClick={() =&gt; setCount(count + 1)}&gt;Count:</a:t>
            </a:r>
            <a:br/>
            <a:r>
              <a:t>         {count}&lt;/button&gt;&lt;p&gt;State changes cause React to render the new value.&lt;/p&gt;&lt;/&gt;;</a:t>
            </a:r>
            <a:br/>
            <a:r>
              <a:t> 10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ReactJS React Router and Updating the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