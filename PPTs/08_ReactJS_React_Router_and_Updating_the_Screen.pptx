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305D9C"/>
                </a:solidFill>
                <a:latin typeface="Aptos"/>
              </a:defRPr>
            </a:pPr>
            <a:r>
              <a:t>FSD2 LAB • EXPERIMENT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27632"/>
            <a:ext cx="10698480" cy="1600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3800" b="1">
                <a:solidFill>
                  <a:srgbClr val="1B2B4B"/>
                </a:solidFill>
                <a:latin typeface="Aptos"/>
              </a:defRPr>
            </a:pPr>
            <a:r>
              <a:t>ReactJS React Router and Updating the Screen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93008"/>
            <a:ext cx="104241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900" b="0">
                <a:solidFill>
                  <a:srgbClr val="666E7A"/>
                </a:solidFill>
                <a:latin typeface="Aptos"/>
              </a:defRPr>
            </a:pPr>
            <a:r>
              <a:t>Simple explanation • Clean code • Runtime pathway • Viva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06440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600" b="1">
                <a:solidFill>
                  <a:srgbClr val="305D9C"/>
                </a:solidFill>
                <a:latin typeface="Aptos"/>
              </a:defRPr>
            </a:pPr>
            <a:r>
              <a:t>FSD2 Lab Materials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Syllabus tasks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40817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Route to different pages using React Router.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04825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Update the screen when state changes.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8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1097280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437376"/>
            <a:ext cx="10607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0">
                <a:solidFill>
                  <a:srgbClr val="666E7A"/>
                </a:solidFill>
                <a:latin typeface="Aptos"/>
              </a:defRPr>
            </a:pPr>
            <a:r>
              <a:t>Input → processing → data/state → output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Code pathway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index.html • lines 1–1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98448"/>
            <a:ext cx="10972800" cy="5074920"/>
          </a:xfrm>
          <a:prstGeom prst="roundRect">
            <a:avLst/>
          </a:prstGeom>
          <a:solidFill>
            <a:srgbClr val="F8FA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10515600" cy="4617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50" b="0">
                <a:solidFill>
                  <a:srgbClr val="23272F"/>
                </a:solidFill>
                <a:latin typeface="DejaVu Sans Mono"/>
              </a:defRPr>
            </a:pPr>
            <a:r>
              <a:t>  1  &lt;!doctype html&gt;&lt;html&gt;&lt;head&gt;&lt;meta charset="UTF-8"&gt;&lt;meta name="viewport"</a:t>
            </a:r>
            <a:br/>
            <a:r>
              <a:t>         content="width=device-width,initial-scale=1"&gt;&lt;title&gt;FSD2 React Experiment</a:t>
            </a:r>
            <a:br/>
            <a:r>
              <a:t>         08&lt;/title&gt;&lt;/head&gt;&lt;body&gt;&lt;div id="root"&gt;&lt;/div&gt;&lt;script type="module"</a:t>
            </a:r>
            <a:br/>
            <a:r>
              <a:t>         src="/src/main.jsx"&gt;&lt;/script&gt;&lt;/body&gt;&lt;/html&gt;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Code pathway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main.jsx • lines 1–10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98448"/>
            <a:ext cx="10972800" cy="5074920"/>
          </a:xfrm>
          <a:prstGeom prst="roundRect">
            <a:avLst/>
          </a:prstGeom>
          <a:solidFill>
            <a:srgbClr val="F8FA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10515600" cy="4617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50" b="0">
                <a:solidFill>
                  <a:srgbClr val="23272F"/>
                </a:solidFill>
                <a:latin typeface="DejaVu Sans Mono"/>
              </a:defRPr>
            </a:pPr>
            <a:r>
              <a:t>  1  import React, { useState } from 'react';</a:t>
            </a:r>
            <a:br/>
            <a:r>
              <a:t>  2  import { createRoot } from 'react-dom/client';</a:t>
            </a:r>
            <a:br/>
            <a:r>
              <a:t>  3  import { BrowserRouter, Link, Routes, Route } from 'react-router-dom';</a:t>
            </a:r>
            <a:br/>
            <a:r>
              <a:t>  4  </a:t>
            </a:r>
            <a:br/>
            <a:r>
              <a:t>  5  function Home() { return &lt;&gt;&lt;h2&gt;Home&lt;/h2&gt;&lt;p&gt;This is the home route.&lt;/p&gt;&lt;/&gt;; }</a:t>
            </a:r>
            <a:br/>
            <a:r>
              <a:t>  6  function About() { return &lt;&gt;&lt;h2&gt;About&lt;/h2&gt;&lt;p&gt;This is another route.&lt;/p&gt;&lt;/&gt;; }</a:t>
            </a:r>
            <a:br/>
            <a:r>
              <a:t>  7  function Counter() {</a:t>
            </a:r>
            <a:br/>
            <a:r>
              <a:t>  8    const [count, setCount] = useState(0);</a:t>
            </a:r>
            <a:br/>
            <a:r>
              <a:t>  9    return &lt;&gt;&lt;h2&gt;Updating the Screen&lt;/h2&gt;&lt;button onClick={() =&gt; setCount(count + 1)}&gt;Count:</a:t>
            </a:r>
            <a:br/>
            <a:r>
              <a:t>         {count}&lt;/button&gt;&lt;p&gt;State changes cause React to render the new value.&lt;/p&gt;&lt;/&gt;;</a:t>
            </a:r>
            <a:br/>
            <a:r>
              <a:t> 10  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Runtime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8_run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1097280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437376"/>
            <a:ext cx="10607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0">
                <a:solidFill>
                  <a:srgbClr val="666E7A"/>
                </a:solidFill>
                <a:latin typeface="Aptos"/>
              </a:defRPr>
            </a:pPr>
            <a:r>
              <a:t>Start → enter input → execute → observe 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Expected 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ReactJS React Router and Updating the Screen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305D9C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Enter the sample values or open the required page / route.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2A7A59"/>
                </a:solidFill>
                <a:latin typeface="Aptos"/>
              </a:defRPr>
            </a:pPr>
            <a:r>
              <a:t>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The Express route, React component, hook, or MongoDB command performs the task.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5048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D67E2D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048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Check the browser, terminal, API response, or database result.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94760"/>
            <a:ext cx="36576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1B2B4B"/>
                </a:solidFill>
                <a:latin typeface="Aptos"/>
              </a:defRPr>
            </a:pPr>
            <a:r>
              <a:t>Verification checklist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7083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36168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No syntax errors appear in the terminal.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01091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500176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The requested feature responds to the input.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65099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564184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The displayed / returned value matches the operation.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Viva preparation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40817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is the purpose of this experiment?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04825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Which input is required?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68833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Which line or command performs the main operation?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3756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32841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output should you observe?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7764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96849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happens when the input changes?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