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200" b="1">
                <a:solidFill>
                  <a:srgbClr val="1B2B4B"/>
                </a:solidFill>
                <a:latin typeface="Aptos"/>
              </a:defRPr>
            </a:pPr>
            <a:r>
              <a:t>ReactJS Render HTML, JSX, Function and Class Components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Render HTML to a web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Write markup with JSX.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Create and nest function and class components.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Added a third `&lt;StudentCard /&gt;` using personal name, branch, year and</a:t>
            </a:r>
            <a:br/>
            <a:r>
              <a:t>CGPA props.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1422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1330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`StudentCard.jsx` shows how a reusable child component receives props.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html&gt;&lt;html&gt;&lt;head&gt;&lt;meta charset="UTF-8"&gt;&lt;meta name="viewport"</a:t>
            </a:r>
            <a:br/>
            <a:r>
              <a:t>         content="width=device-width,initial-scale=1"&gt;&lt;title&gt;FSD2 React Experiment</a:t>
            </a:r>
            <a:br/>
            <a:r>
              <a:t>         05&lt;/title&gt;&lt;/head&gt;&lt;body&gt;&lt;div id="root"&gt;&lt;/div&gt;&lt;script type="module"</a:t>
            </a:r>
            <a:br/>
            <a:r>
              <a:t>        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StudentCard.jsx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// A simple reusable component that receives student details through props.</a:t>
            </a:r>
            <a:br/>
            <a:r>
              <a:t>  2  function StudentCard({ name, branch, year, cgpa }) {</a:t>
            </a:r>
            <a:br/>
            <a:r>
              <a:t>  3    return (</a:t>
            </a:r>
            <a:br/>
            <a:r>
              <a:t>  4      &lt;div className="student-card"&gt;</a:t>
            </a:r>
            <a:br/>
            <a:r>
              <a:t>  5        &lt;h2&gt;{name}&lt;/h2&gt;</a:t>
            </a:r>
            <a:br/>
            <a:r>
              <a:t>  6        &lt;p&gt;&lt;b&gt;Branch:&lt;/b&gt; {branch}&lt;/p&gt;</a:t>
            </a:r>
            <a:br/>
            <a:r>
              <a:t>  7        &lt;p&gt;&lt;b&gt;Year:&lt;/b&gt; {year}&lt;/p&gt;</a:t>
            </a:r>
            <a:br/>
            <a:r>
              <a:t>  8        &lt;p&gt;&lt;b&gt;CGPA:&lt;/b&gt; {cgpa}&lt;/p&gt;</a:t>
            </a:r>
            <a:br/>
            <a:r>
              <a:t>  9      &lt;/div&gt;</a:t>
            </a:r>
            <a:br/>
            <a:r>
              <a:t> 10    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ReactJS Render HTML, JSX, Function and Class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