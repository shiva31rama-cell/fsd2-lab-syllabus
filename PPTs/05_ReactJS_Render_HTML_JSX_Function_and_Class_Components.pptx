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Render HTML, JSX, Function and Class Components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5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Render HTML to a web page.</a:t>
            </a:r>
          </a:p>
          <a:p>
            <a:pPr>
              <a:spcAft>
                <a:spcPts val="1000"/>
              </a:spcAft>
              <a:defRPr sz="1800"/>
            </a:pPr>
            <a:r>
              <a:t>Write markup with JSX.</a:t>
            </a:r>
          </a:p>
          <a:p>
            <a:pPr>
              <a:spcAft>
                <a:spcPts val="1000"/>
              </a:spcAft>
              <a:defRPr sz="1800"/>
            </a:pPr>
            <a:r>
              <a:t>Create and nest function and class components.</a:t>
            </a:r>
          </a:p>
          <a:p>
            <a:pPr>
              <a:spcAft>
                <a:spcPts val="1000"/>
              </a:spcAft>
              <a:defRPr sz="1800"/>
            </a:pPr>
            <a:r>
              <a:t>Added a third `&lt;StudentCard /&gt;` using personal name, branch, year and CGPA props.</a:t>
            </a:r>
          </a:p>
          <a:p>
            <a:pPr>
              <a:spcAft>
                <a:spcPts val="1000"/>
              </a:spcAft>
              <a:defRPr sz="1800"/>
            </a:pPr>
            <a:r>
              <a:t>`StudentCard.jsx` shows how a reusable child component receives props.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5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05&lt;/title&gt;&lt;/head&gt;&lt;body&gt;&lt;div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5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05-react-render-html-jsx-components/README.md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