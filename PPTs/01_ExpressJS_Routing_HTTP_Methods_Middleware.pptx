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800" b="1">
                <a:solidFill>
                  <a:srgbClr val="1B2B4B"/>
                </a:solidFill>
                <a:latin typeface="Aptos"/>
              </a:defRPr>
            </a:pPr>
            <a:r>
              <a:t>ExpressJS Routing, HTTP Methods, Middleware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Define a route, handle routes, route parameters, query parameters and</a:t>
            </a:r>
            <a:br/>
            <a:r>
              <a:t>URL building.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21991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212848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Accept data, retrieve data and delete a specified resource using HTTP</a:t>
            </a:r>
            <a:br/>
            <a:r>
              <a:t>methods.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26663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017520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Show the working of middleware.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app.js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const express = require('express');</a:t>
            </a:r>
            <a:br/>
            <a:r>
              <a:t>  2  const app = express();</a:t>
            </a:r>
            <a:br/>
            <a:r>
              <a:t>  3  const PORT = 3001;</a:t>
            </a:r>
            <a:br/>
            <a:r>
              <a:t>  4  </a:t>
            </a:r>
            <a:br/>
            <a:r>
              <a:t>  5  app.use(express.json()); // Read JSON request bodies.</a:t>
            </a:r>
            <a:br/>
            <a:r>
              <a:t>  6  </a:t>
            </a:r>
            <a:br/>
            <a:r>
              <a:t>  7  // Simple custom middleware: runs before the route handler.</a:t>
            </a:r>
            <a:br/>
            <a:r>
              <a:t>  8  app.use((req, res, next) =&gt; {</a:t>
            </a:r>
            <a:br/>
            <a:r>
              <a:t>  9    console.log(req.method, req.url); // Show method and URL in terminal.</a:t>
            </a:r>
            <a:br/>
            <a:r>
              <a:t> 10    next(); // Continue to the next middleware/route.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app.js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});</a:t>
            </a:r>
            <a:br/>
            <a:r>
              <a:t> 12  </a:t>
            </a:r>
            <a:br/>
            <a:r>
              <a:t> 13  let students = [{ id: 1, name: 'Rama' }];</a:t>
            </a:r>
            <a:br/>
            <a:r>
              <a:t> 14  </a:t>
            </a:r>
            <a:br/>
            <a:r>
              <a:t> 15  app.get('/', (req, res) =&gt; {</a:t>
            </a:r>
            <a:br/>
            <a:r>
              <a:t> 16    res.send('FSD2 Express Lab is running');</a:t>
            </a:r>
            <a:br/>
            <a:r>
              <a:t> 17  });</a:t>
            </a:r>
            <a:br/>
            <a:r>
              <a:t> 18  </a:t>
            </a:r>
            <a:br/>
            <a:r>
              <a:t> 19  // Route parameter: /students/1</a:t>
            </a:r>
            <a:br/>
            <a:r>
              <a:t> 20  app.get('/students/:id', (req, res) =&gt; {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ExpressJS Routing, HTTP Methods, Middleware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