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2800"/>
            </a:pPr>
            <a:r>
              <a:t>ExpressJS Routing, HTTP Methods, Middleware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/>
            </a:pPr>
            <a:r>
              <a:t>FSD2 Lab • Experiment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Syllabus tasks</a:t>
            </a:r>
          </a:p>
        </p:txBody>
      </p:sp>
      <p:pic>
        <p:nvPicPr>
          <p:cNvPr id="3" name="Picture 2" descr="01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6949440" cy="39090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371600"/>
            <a:ext cx="384048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Define a route, handle routes, route parameters, query parameters and URL building.</a:t>
            </a:r>
          </a:p>
          <a:p>
            <a:pPr>
              <a:spcAft>
                <a:spcPts val="1000"/>
              </a:spcAft>
              <a:defRPr sz="1800"/>
            </a:pPr>
            <a:r>
              <a:t>Accept data, retrieve data and delete a specified resource using HTTP methods.</a:t>
            </a:r>
          </a:p>
          <a:p>
            <a:pPr>
              <a:spcAft>
                <a:spcPts val="1000"/>
              </a:spcAft>
              <a:defRPr sz="1800"/>
            </a:pPr>
            <a:r>
              <a:t>Show the working of middleware.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How it works</a:t>
            </a:r>
          </a:p>
        </p:txBody>
      </p:sp>
      <p:pic>
        <p:nvPicPr>
          <p:cNvPr id="3" name="Picture 2" descr="01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Code pathway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app.js:1 const express = require('express');</a:t>
            </a:r>
          </a:p>
          <a:p>
            <a:pPr>
              <a:spcAft>
                <a:spcPts val="800"/>
              </a:spcAft>
              <a:defRPr sz="1800"/>
            </a:pPr>
            <a:r>
              <a:t>app.js:2 const app = express();</a:t>
            </a:r>
          </a:p>
          <a:p>
            <a:pPr>
              <a:spcAft>
                <a:spcPts val="800"/>
              </a:spcAft>
              <a:defRPr sz="1800"/>
            </a:pPr>
            <a:r>
              <a:t>app.js:3 const PORT = 3001;</a:t>
            </a:r>
          </a:p>
          <a:p>
            <a:pPr>
              <a:spcAft>
                <a:spcPts val="800"/>
              </a:spcAft>
              <a:defRPr sz="1800"/>
            </a:pPr>
            <a:r>
              <a:t>app.js:4 </a:t>
            </a:r>
          </a:p>
          <a:p>
            <a:pPr>
              <a:spcAft>
                <a:spcPts val="800"/>
              </a:spcAft>
              <a:defRPr sz="1800"/>
            </a:pPr>
            <a:r>
              <a:t>app.js:5 app.use(express.json()); // Read JSON request bodies.</a:t>
            </a:r>
          </a:p>
          <a:p>
            <a:pPr>
              <a:spcAft>
                <a:spcPts val="800"/>
              </a:spcAft>
              <a:defRPr sz="1800"/>
            </a:pPr>
            <a:r>
              <a:t>app.js:6 </a:t>
            </a:r>
          </a:p>
          <a:p>
            <a:pPr>
              <a:spcAft>
                <a:spcPts val="800"/>
              </a:spcAft>
              <a:defRPr sz="1800"/>
            </a:pPr>
            <a:r>
              <a:t>app.js:7 // Simple custom middleware: runs before the route handler.</a:t>
            </a:r>
          </a:p>
          <a:p>
            <a:pPr>
              <a:spcAft>
                <a:spcPts val="800"/>
              </a:spcAft>
              <a:defRPr sz="1800"/>
            </a:pPr>
            <a:r>
              <a:t>app.js:8 app.use((req, res, next) =&gt; {</a:t>
            </a:r>
          </a:p>
          <a:p>
            <a:pPr>
              <a:spcAft>
                <a:spcPts val="800"/>
              </a:spcAft>
              <a:defRPr sz="1800"/>
            </a:pPr>
            <a:r>
              <a:t>app.js:9   console.log(req.method, req.url); // Show method and URL in terminal.</a:t>
            </a:r>
          </a:p>
          <a:p>
            <a:pPr>
              <a:spcAft>
                <a:spcPts val="800"/>
              </a:spcAft>
              <a:defRPr sz="1800"/>
            </a:pPr>
            <a:r>
              <a:t>app.js:10   next(); // Continue to the next middleware/route.</a:t>
            </a:r>
          </a:p>
          <a:p>
            <a:pPr>
              <a:spcAft>
                <a:spcPts val="800"/>
              </a:spcAft>
              <a:defRPr sz="1800"/>
            </a:pPr>
            <a:r>
              <a:t>app.js:11 });</a:t>
            </a:r>
          </a:p>
          <a:p>
            <a:pPr>
              <a:spcAft>
                <a:spcPts val="800"/>
              </a:spcAft>
              <a:defRPr sz="1800"/>
            </a:pPr>
            <a:r>
              <a:t>app.js:12 </a:t>
            </a:r>
          </a:p>
          <a:p>
            <a:pPr>
              <a:spcAft>
                <a:spcPts val="800"/>
              </a:spcAft>
              <a:defRPr sz="1800"/>
            </a:pPr>
            <a:r>
              <a:t>app.js:13 let students = [{ id: 1, name: 'Rama' }];</a:t>
            </a:r>
          </a:p>
          <a:p>
            <a:pPr>
              <a:spcAft>
                <a:spcPts val="800"/>
              </a:spcAft>
              <a:defRPr sz="1800"/>
            </a:pPr>
            <a:r>
              <a:t>app.js:14 </a:t>
            </a:r>
          </a:p>
          <a:p>
            <a:pPr>
              <a:spcAft>
                <a:spcPts val="800"/>
              </a:spcAft>
              <a:defRPr sz="1800"/>
            </a:pPr>
            <a:r>
              <a:t>app.js:15 app.get('/', (req, res) =&gt; {</a:t>
            </a:r>
          </a:p>
          <a:p>
            <a:pPr>
              <a:spcAft>
                <a:spcPts val="800"/>
              </a:spcAft>
              <a:defRPr sz="1800"/>
            </a:pPr>
            <a:r>
              <a:t>app.js:16   res.send('FSD2 Express Lab is running');</a:t>
            </a:r>
          </a:p>
          <a:p>
            <a:pPr>
              <a:spcAft>
                <a:spcPts val="800"/>
              </a:spcAft>
              <a:defRPr sz="1800"/>
            </a:pPr>
            <a:r>
              <a:t>app.js:17 });</a:t>
            </a:r>
          </a:p>
          <a:p>
            <a:pPr>
              <a:spcAft>
                <a:spcPts val="800"/>
              </a:spcAft>
              <a:defRPr sz="1800"/>
            </a:pPr>
            <a:r>
              <a:t>app.js:18 </a:t>
            </a:r>
          </a:p>
          <a:p>
            <a:pPr>
              <a:spcAft>
                <a:spcPts val="800"/>
              </a:spcAft>
              <a:defRPr sz="1800"/>
            </a:pPr>
            <a:r>
              <a:t>app.js:19 // Route parameter: /students/1</a:t>
            </a:r>
          </a:p>
          <a:p>
            <a:pPr>
              <a:spcAft>
                <a:spcPts val="800"/>
              </a:spcAft>
              <a:defRPr sz="1800"/>
            </a:pPr>
            <a:r>
              <a:t>app.js:20 app.get('/students/:id', (req, res) =&gt; {</a:t>
            </a:r>
          </a:p>
          <a:p>
            <a:pPr>
              <a:spcAft>
                <a:spcPts val="800"/>
              </a:spcAft>
              <a:defRPr sz="1800"/>
            </a:pPr>
            <a:r>
              <a:t>app.js:21   const student = students.find(s =&gt; s.id === Number(req.params.id));</a:t>
            </a:r>
          </a:p>
          <a:p>
            <a:pPr>
              <a:spcAft>
                <a:spcPts val="800"/>
              </a:spcAft>
              <a:defRPr sz="1800"/>
            </a:pPr>
            <a:r>
              <a:t>app.js:22   res.json(student || { message: 'Student not found' });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Runtime / expected output</a:t>
            </a:r>
          </a:p>
        </p:txBody>
      </p:sp>
      <p:pic>
        <p:nvPicPr>
          <p:cNvPr id="3" name="Picture 2" descr="01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From repository root: see 01-express-routing-http-methods-middleware/README.md</a:t>
            </a:r>
          </a:p>
          <a:p>
            <a:pPr>
              <a:spcAft>
                <a:spcPts val="800"/>
              </a:spcAft>
              <a:defRPr sz="1800"/>
            </a:pPr>
            <a:r>
              <a:t>Keep the terminal open while testing the browser or API.</a:t>
            </a:r>
          </a:p>
          <a:p>
            <a:pPr>
              <a:spcAft>
                <a:spcPts val="800"/>
              </a:spcAft>
              <a:defRPr sz="1800"/>
            </a:pPr>
            <a:r>
              <a:t>For MongoDB, use mongosh or Atlas as described in the README.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Viva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What is the input?</a:t>
            </a:r>
          </a:p>
          <a:p>
            <a:pPr>
              <a:spcAft>
                <a:spcPts val="800"/>
              </a:spcAft>
              <a:defRPr sz="1800"/>
            </a:pPr>
            <a:r>
              <a:t>Which line performs the main operation?</a:t>
            </a:r>
          </a:p>
          <a:p>
            <a:pPr>
              <a:spcAft>
                <a:spcPts val="800"/>
              </a:spcAft>
              <a:defRPr sz="1800"/>
            </a:pPr>
            <a:r>
              <a:t>What is the output?</a:t>
            </a:r>
          </a:p>
          <a:p>
            <a:pPr>
              <a:spcAft>
                <a:spcPts val="800"/>
              </a:spcAft>
              <a:defRPr sz="1800"/>
            </a:pPr>
            <a:r>
              <a:t>What changes if the input is changed?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