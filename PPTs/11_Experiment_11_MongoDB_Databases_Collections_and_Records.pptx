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11 — MongoDB Databases, Collections and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 database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 students collection.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Insert multiple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Find records.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Limit the number of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Sort by marks.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an index.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Calculate average marks with aggregation.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Average marks for each branch.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Number of students in each branch.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Results ordered by average marks.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queries.js — sectioned MongoDB commands with comments.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11: MongoDB Databases, Collections and Records</a:t>
            </a:r>
            <a:br/>
            <a:r>
              <a:t>  3   *</a:t>
            </a:r>
            <a:br/>
            <a:r>
              <a:t>  4   * Run this file inside mongosh.</a:t>
            </a:r>
            <a:br/>
            <a:r>
              <a:t>  5   *</a:t>
            </a:r>
            <a:br/>
            <a:r>
              <a:t>  6   * Demonstrates:</a:t>
            </a:r>
            <a:br/>
            <a:r>
              <a:t>  7   * - Database and collection creation</a:t>
            </a:r>
            <a:br/>
            <a:r>
              <a:t>  8   * - Insert many records</a:t>
            </a:r>
            <a:br/>
            <a:r>
              <a:t>  9   * - Find</a:t>
            </a:r>
            <a:br/>
            <a:r>
              <a:t> 10   * - Limit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* - Sort</a:t>
            </a:r>
            <a:br/>
            <a:r>
              <a:t> 12   * - Index</a:t>
            </a:r>
            <a:br/>
            <a:r>
              <a:t> 13   * - Aggregation</a:t>
            </a:r>
            <a:br/>
            <a:r>
              <a:t> 14   */</a:t>
            </a:r>
            <a:br/>
            <a:r>
              <a:t> 15  </a:t>
            </a:r>
            <a:br/>
            <a:r>
              <a:t> 16  // ------------------------------------------------------------</a:t>
            </a:r>
            <a:br/>
            <a:r>
              <a:t> 17  // Database and collection</a:t>
            </a:r>
            <a:br/>
            <a:r>
              <a:t> 18  // ------------------------------------------------------------</a:t>
            </a:r>
            <a:br/>
            <a:r>
              <a:t> 19  </a:t>
            </a:r>
            <a:br/>
            <a:r>
              <a:t> 20  use fsd2records;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11 — MongoDB Databases, Collections and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