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11 — MongoDB Databases, Collections and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Creating/listing databases and collections.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`find()`, `findOne()`, filters, projection and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`limit()`, `skip()` and `sort()`.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Single, compound and unique indexes, index listing and query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Aggregation with `$match`, `$group`, `$avg`, `$max`, `$push`,</a:t>
            </a:r>
            <a:br/>
            <a:r>
              <a:t>`$project`, `$sort`, `$limit`, and `$count`.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/**</a:t>
            </a:r>
            <a:br/>
            <a:r>
              <a:t>  2   * Experiment 11: MongoDB Databases, Collections and Records.</a:t>
            </a:r>
            <a:br/>
            <a:r>
              <a:t>  3   *</a:t>
            </a:r>
            <a:br/>
            <a:r>
              <a:t>  4   * Run from repository root:</a:t>
            </a:r>
            <a:br/>
            <a:r>
              <a:t>  5   *   mongosh --file 11-mongodb-databases-collections-records/queries.js</a:t>
            </a:r>
            <a:br/>
            <a:r>
              <a:t>  6   * For Atlas:</a:t>
            </a:r>
            <a:br/>
            <a:r>
              <a:t>  7   *   mongosh "YOUR_ATLAS_URI" --file 11-mongodb-databases-collections-records/queries.js</a:t>
            </a:r>
            <a:br/>
            <a:r>
              <a:t>  8   *</a:t>
            </a:r>
            <a:br/>
            <a:r>
              <a:t>  9   * Uses the official handout's college database and eight-student dataset.</a:t>
            </a:r>
            <a:br/>
            <a:r>
              <a:t> 10   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queries.js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db = db.getSiblingDB('college');</a:t>
            </a:r>
            <a:br/>
            <a:r>
              <a:t> 12  </a:t>
            </a:r>
            <a:br/>
            <a:r>
              <a:t> 13  print('PART A: database is ' + db.getName());</a:t>
            </a:r>
            <a:br/>
            <a:r>
              <a:t> 14  if (!db.getCollectionNames().includes('students')) db.createCollection('students');</a:t>
            </a:r>
            <a:br/>
            <a:r>
              <a:t> 15  if (!db.getCollectionNames().includes('courses')) db.createCollection('courses');</a:t>
            </a:r>
            <a:br/>
            <a:r>
              <a:t> 16  db.faculty.updateOne(</a:t>
            </a:r>
            <a:br/>
            <a:r>
              <a:t> 17    { name: 'Dr. Rao' },</a:t>
            </a:r>
            <a:br/>
            <a:r>
              <a:t> 18    { $set: { name: 'Dr. Rao', dept: 'CSE' } },</a:t>
            </a:r>
            <a:br/>
            <a:r>
              <a:t> 19    { upsert: true }</a:t>
            </a:r>
            <a:br/>
            <a:r>
              <a:t> 20  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11 — MongoDB Databases, Collections and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