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10 — MongoDB Installation, Configuration and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Select a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Insert student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Find all 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Filter documents by branch.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Update a document.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Delete a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the final collection.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queries.js — readable, sectioned mongosh commands.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10: MongoDB Installation, Configuration and CRUD</a:t>
            </a:r>
            <a:br/>
            <a:r>
              <a:t>  3   *</a:t>
            </a:r>
            <a:br/>
            <a:r>
              <a:t>  4   * Run this file inside mongosh.</a:t>
            </a:r>
            <a:br/>
            <a:r>
              <a:t>  5   *</a:t>
            </a:r>
            <a:br/>
            <a:r>
              <a:t>  6   * Demonstrates:</a:t>
            </a:r>
            <a:br/>
            <a:r>
              <a:t>  7   * - Database selection</a:t>
            </a:r>
            <a:br/>
            <a:r>
              <a:t>  8   * - Insert</a:t>
            </a:r>
            <a:br/>
            <a:r>
              <a:t>  9   * - Find</a:t>
            </a:r>
            <a:br/>
            <a:r>
              <a:t> 10   * -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* - Delete</a:t>
            </a:r>
            <a:br/>
            <a:r>
              <a:t> 12   */</a:t>
            </a:r>
            <a:br/>
            <a:r>
              <a:t> 13  </a:t>
            </a:r>
            <a:br/>
            <a:r>
              <a:t> 14  // ------------------------------------------------------------</a:t>
            </a:r>
            <a:br/>
            <a:r>
              <a:t> 15  // Select database</a:t>
            </a:r>
            <a:br/>
            <a:r>
              <a:t> 16  // ------------------------------------------------------------</a:t>
            </a:r>
            <a:br/>
            <a:r>
              <a:t> 17  </a:t>
            </a:r>
            <a:br/>
            <a:r>
              <a:t> 18  use fsd2lab;</a:t>
            </a:r>
            <a:br/>
            <a:r>
              <a:t> 19  </a:t>
            </a:r>
            <a:br/>
            <a:r>
              <a:t> 20  // ------------------------------------------------------------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10 — MongoDB Installation, Configuration and CRUD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