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ExpressJS Cookies, Sessions,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Write a program for session management using cookies and sessions.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Write a program for user authentication.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const express = require('express');</a:t>
            </a:r>
            <a:br/>
            <a:r>
              <a:t>  2  const cookieParser = require('cookie-parser');</a:t>
            </a:r>
            <a:br/>
            <a:r>
              <a:t>  3  const session = require('express-session');</a:t>
            </a:r>
            <a:br/>
            <a:r>
              <a:t>  4  const app = express();</a:t>
            </a:r>
            <a:br/>
            <a:r>
              <a:t>  5  const PORT = 3003;</a:t>
            </a:r>
            <a:br/>
            <a:r>
              <a:t>  6  </a:t>
            </a:r>
            <a:br/>
            <a:r>
              <a:t>  7  app.use(express.urlencoded({ extended: true }));</a:t>
            </a:r>
            <a:br/>
            <a:r>
              <a:t>  8  app.use(cookieParser()); // Reads cookies from the request.</a:t>
            </a:r>
            <a:br/>
            <a:r>
              <a:t>  9  app.use(session({</a:t>
            </a:r>
            <a:br/>
            <a:r>
              <a:t> 10    secret: 'fsd2-demo-secret',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resave: false,</a:t>
            </a:r>
            <a:br/>
            <a:r>
              <a:t> 12    saveUninitialized: false,</a:t>
            </a:r>
            <a:br/>
            <a:r>
              <a:t> 13  }));</a:t>
            </a:r>
            <a:br/>
            <a:r>
              <a:t> 14  </a:t>
            </a:r>
            <a:br/>
            <a:r>
              <a:t> 15  app.get('/', (req, res) =&gt; {</a:t>
            </a:r>
            <a:br/>
            <a:r>
              <a:t> 16    res.send(`&lt;h2&gt;FSD2 Authentication Demo&lt;/h2&gt;</a:t>
            </a:r>
            <a:br/>
            <a:r>
              <a:t> 17      &lt;form method="post" action="/login"&gt;</a:t>
            </a:r>
            <a:br/>
            <a:r>
              <a:t> 18        &lt;input name="username" placeholder="username"&gt;&lt;br&gt;</a:t>
            </a:r>
            <a:br/>
            <a:r>
              <a:t> 19        &lt;input name="password" type="password" placeholder="password"&gt;&lt;br&gt;</a:t>
            </a:r>
            <a:br/>
            <a:r>
              <a:t> 20        &lt;button&gt;Login&lt;/button&gt;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ExpressJS Cookies, Sessions, 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