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ExpressJS Cookies, Sessions, Authentication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03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Write a program for session management using cookies and sessions.</a:t>
            </a:r>
          </a:p>
          <a:p>
            <a:pPr>
              <a:spcAft>
                <a:spcPts val="1000"/>
              </a:spcAft>
              <a:defRPr sz="1800"/>
            </a:pPr>
            <a:r>
              <a:t>Write a program for user authentication.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03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app.js:1 const express = require('express');</a:t>
            </a:r>
          </a:p>
          <a:p>
            <a:pPr>
              <a:spcAft>
                <a:spcPts val="800"/>
              </a:spcAft>
              <a:defRPr sz="1800"/>
            </a:pPr>
            <a:r>
              <a:t>app.js:2 const cookieParser = require('cookie-parser');</a:t>
            </a:r>
          </a:p>
          <a:p>
            <a:pPr>
              <a:spcAft>
                <a:spcPts val="800"/>
              </a:spcAft>
              <a:defRPr sz="1800"/>
            </a:pPr>
            <a:r>
              <a:t>app.js:3 const session = require('express-session');</a:t>
            </a:r>
          </a:p>
          <a:p>
            <a:pPr>
              <a:spcAft>
                <a:spcPts val="800"/>
              </a:spcAft>
              <a:defRPr sz="1800"/>
            </a:pPr>
            <a:r>
              <a:t>app.js:4 const app = express();</a:t>
            </a:r>
          </a:p>
          <a:p>
            <a:pPr>
              <a:spcAft>
                <a:spcPts val="800"/>
              </a:spcAft>
              <a:defRPr sz="1800"/>
            </a:pPr>
            <a:r>
              <a:t>app.js:5 const PORT = 3003;</a:t>
            </a:r>
          </a:p>
          <a:p>
            <a:pPr>
              <a:spcAft>
                <a:spcPts val="800"/>
              </a:spcAft>
              <a:defRPr sz="1800"/>
            </a:pPr>
            <a:r>
              <a:t>app.js:6 </a:t>
            </a:r>
          </a:p>
          <a:p>
            <a:pPr>
              <a:spcAft>
                <a:spcPts val="800"/>
              </a:spcAft>
              <a:defRPr sz="1800"/>
            </a:pPr>
            <a:r>
              <a:t>app.js:7 app.use(express.urlencoded({ extended: true }));</a:t>
            </a:r>
          </a:p>
          <a:p>
            <a:pPr>
              <a:spcAft>
                <a:spcPts val="800"/>
              </a:spcAft>
              <a:defRPr sz="1800"/>
            </a:pPr>
            <a:r>
              <a:t>app.js:8 app.use(cookieParser()); // Reads cookies from the request.</a:t>
            </a:r>
          </a:p>
          <a:p>
            <a:pPr>
              <a:spcAft>
                <a:spcPts val="800"/>
              </a:spcAft>
              <a:defRPr sz="1800"/>
            </a:pPr>
            <a:r>
              <a:t>app.js:9 app.use(session({</a:t>
            </a:r>
          </a:p>
          <a:p>
            <a:pPr>
              <a:spcAft>
                <a:spcPts val="800"/>
              </a:spcAft>
              <a:defRPr sz="1800"/>
            </a:pPr>
            <a:r>
              <a:t>app.js:10   secret: 'fsd2-demo-secret',</a:t>
            </a:r>
          </a:p>
          <a:p>
            <a:pPr>
              <a:spcAft>
                <a:spcPts val="800"/>
              </a:spcAft>
              <a:defRPr sz="1800"/>
            </a:pPr>
            <a:r>
              <a:t>app.js:11   resave: false,</a:t>
            </a:r>
          </a:p>
          <a:p>
            <a:pPr>
              <a:spcAft>
                <a:spcPts val="800"/>
              </a:spcAft>
              <a:defRPr sz="1800"/>
            </a:pPr>
            <a:r>
              <a:t>app.js:12   saveUninitialized: false,</a:t>
            </a:r>
          </a:p>
          <a:p>
            <a:pPr>
              <a:spcAft>
                <a:spcPts val="800"/>
              </a:spcAft>
              <a:defRPr sz="1800"/>
            </a:pPr>
            <a:r>
              <a:t>app.js:13 }));</a:t>
            </a:r>
          </a:p>
          <a:p>
            <a:pPr>
              <a:spcAft>
                <a:spcPts val="800"/>
              </a:spcAft>
              <a:defRPr sz="1800"/>
            </a:pPr>
            <a:r>
              <a:t>app.js:14 </a:t>
            </a:r>
          </a:p>
          <a:p>
            <a:pPr>
              <a:spcAft>
                <a:spcPts val="800"/>
              </a:spcAft>
              <a:defRPr sz="1800"/>
            </a:pPr>
            <a:r>
              <a:t>app.js:15 app.get('/', (req, res) =&gt; {</a:t>
            </a:r>
          </a:p>
          <a:p>
            <a:pPr>
              <a:spcAft>
                <a:spcPts val="800"/>
              </a:spcAft>
              <a:defRPr sz="1800"/>
            </a:pPr>
            <a:r>
              <a:t>app.js:16   res.send(`&lt;h2&gt;FSD2 Authentication Demo&lt;/h2&gt;</a:t>
            </a:r>
          </a:p>
          <a:p>
            <a:pPr>
              <a:spcAft>
                <a:spcPts val="800"/>
              </a:spcAft>
              <a:defRPr sz="1800"/>
            </a:pPr>
            <a:r>
              <a:t>app.js:17     &lt;form method="post" action="/login"&gt;</a:t>
            </a:r>
          </a:p>
          <a:p>
            <a:pPr>
              <a:spcAft>
                <a:spcPts val="800"/>
              </a:spcAft>
              <a:defRPr sz="1800"/>
            </a:pPr>
            <a:r>
              <a:t>app.js:18       &lt;input name="username" placeholder="username"&gt;&lt;br&gt;</a:t>
            </a:r>
          </a:p>
          <a:p>
            <a:pPr>
              <a:spcAft>
                <a:spcPts val="800"/>
              </a:spcAft>
              <a:defRPr sz="1800"/>
            </a:pPr>
            <a:r>
              <a:t>app.js:19       &lt;input name="password" type="password" placeholder="password"&gt;&lt;br&gt;</a:t>
            </a:r>
          </a:p>
          <a:p>
            <a:pPr>
              <a:spcAft>
                <a:spcPts val="800"/>
              </a:spcAft>
              <a:defRPr sz="1800"/>
            </a:pPr>
            <a:r>
              <a:t>app.js:20       &lt;button&gt;Login&lt;/button&gt;</a:t>
            </a:r>
          </a:p>
          <a:p>
            <a:pPr>
              <a:spcAft>
                <a:spcPts val="800"/>
              </a:spcAft>
              <a:defRPr sz="1800"/>
            </a:pPr>
            <a:r>
              <a:t>app.js:21     &lt;/form&gt;`);</a:t>
            </a:r>
          </a:p>
          <a:p>
            <a:pPr>
              <a:spcAft>
                <a:spcPts val="800"/>
              </a:spcAft>
              <a:defRPr sz="1800"/>
            </a:pPr>
            <a:r>
              <a:t>app.js:22 });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03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03-express-cookies-sessions-authentication/README.md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