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/>
            </a:pPr>
            <a:r>
              <a:t>ExpressJS Database with Mongoose, CRUD, RESTful API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FSD2 Lab • Experiment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Syllabus tasks</a:t>
            </a:r>
          </a:p>
        </p:txBody>
      </p:sp>
      <p:pic>
        <p:nvPicPr>
          <p:cNvPr id="3" name="Picture 2" descr="04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80160"/>
            <a:ext cx="6949440" cy="39090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371600"/>
            <a:ext cx="384048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Connect MongoDB using Mongoose and perform CRUD operations.</a:t>
            </a:r>
          </a:p>
          <a:p>
            <a:pPr>
              <a:spcAft>
                <a:spcPts val="1000"/>
              </a:spcAft>
              <a:defRPr sz="1800"/>
            </a:pPr>
            <a:r>
              <a:t>Develop a single page application using RESTful APIs.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How it works</a:t>
            </a:r>
          </a:p>
        </p:txBody>
      </p:sp>
      <p:pic>
        <p:nvPicPr>
          <p:cNvPr id="3" name="Picture 2" descr="04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155680" cy="62750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Code pathway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server.js:1 const express = require('express');</a:t>
            </a:r>
          </a:p>
          <a:p>
            <a:pPr>
              <a:spcAft>
                <a:spcPts val="800"/>
              </a:spcAft>
              <a:defRPr sz="1800"/>
            </a:pPr>
            <a:r>
              <a:t>server.js:2 const mongoose = require('mongoose');</a:t>
            </a:r>
          </a:p>
          <a:p>
            <a:pPr>
              <a:spcAft>
                <a:spcPts val="800"/>
              </a:spcAft>
              <a:defRPr sz="1800"/>
            </a:pPr>
            <a:r>
              <a:t>server.js:3 const app = express();</a:t>
            </a:r>
          </a:p>
          <a:p>
            <a:pPr>
              <a:spcAft>
                <a:spcPts val="800"/>
              </a:spcAft>
              <a:defRPr sz="1800"/>
            </a:pPr>
            <a:r>
              <a:t>server.js:4 const PORT = 3004;</a:t>
            </a:r>
          </a:p>
          <a:p>
            <a:pPr>
              <a:spcAft>
                <a:spcPts val="800"/>
              </a:spcAft>
              <a:defRPr sz="1800"/>
            </a:pPr>
            <a:r>
              <a:t>server.js:5 </a:t>
            </a:r>
          </a:p>
          <a:p>
            <a:pPr>
              <a:spcAft>
                <a:spcPts val="800"/>
              </a:spcAft>
              <a:defRPr sz="1800"/>
            </a:pPr>
            <a:r>
              <a:t>server.js:6 app.use(express.json());</a:t>
            </a:r>
          </a:p>
          <a:p>
            <a:pPr>
              <a:spcAft>
                <a:spcPts val="800"/>
              </a:spcAft>
              <a:defRPr sz="1800"/>
            </a:pPr>
            <a:r>
              <a:t>server.js:7 </a:t>
            </a:r>
          </a:p>
          <a:p>
            <a:pPr>
              <a:spcAft>
                <a:spcPts val="800"/>
              </a:spcAft>
              <a:defRPr sz="1800"/>
            </a:pPr>
            <a:r>
              <a:t>server.js:8 const productSchema = new mongoose.Schema({</a:t>
            </a:r>
          </a:p>
          <a:p>
            <a:pPr>
              <a:spcAft>
                <a:spcPts val="800"/>
              </a:spcAft>
              <a:defRPr sz="1800"/>
            </a:pPr>
            <a:r>
              <a:t>server.js:9   name: String,</a:t>
            </a:r>
          </a:p>
          <a:p>
            <a:pPr>
              <a:spcAft>
                <a:spcPts val="800"/>
              </a:spcAft>
              <a:defRPr sz="1800"/>
            </a:pPr>
            <a:r>
              <a:t>server.js:10   price: Number</a:t>
            </a:r>
          </a:p>
          <a:p>
            <a:pPr>
              <a:spcAft>
                <a:spcPts val="800"/>
              </a:spcAft>
              <a:defRPr sz="1800"/>
            </a:pPr>
            <a:r>
              <a:t>server.js:11 });</a:t>
            </a:r>
          </a:p>
          <a:p>
            <a:pPr>
              <a:spcAft>
                <a:spcPts val="800"/>
              </a:spcAft>
              <a:defRPr sz="1800"/>
            </a:pPr>
            <a:r>
              <a:t>server.js:12 const Product = mongoose.model('Product', productSchema);</a:t>
            </a:r>
          </a:p>
          <a:p>
            <a:pPr>
              <a:spcAft>
                <a:spcPts val="800"/>
              </a:spcAft>
              <a:defRPr sz="1800"/>
            </a:pPr>
            <a:r>
              <a:t>server.js:13 </a:t>
            </a:r>
          </a:p>
          <a:p>
            <a:pPr>
              <a:spcAft>
                <a:spcPts val="800"/>
              </a:spcAft>
              <a:defRPr sz="1800"/>
            </a:pPr>
            <a:r>
              <a:t>server.js:14 // REST: GET all products.</a:t>
            </a:r>
          </a:p>
          <a:p>
            <a:pPr>
              <a:spcAft>
                <a:spcPts val="800"/>
              </a:spcAft>
              <a:defRPr sz="1800"/>
            </a:pPr>
            <a:r>
              <a:t>server.js:15 app.get('/api/products', async (req, res) =&gt; {</a:t>
            </a:r>
          </a:p>
          <a:p>
            <a:pPr>
              <a:spcAft>
                <a:spcPts val="800"/>
              </a:spcAft>
              <a:defRPr sz="1800"/>
            </a:pPr>
            <a:r>
              <a:t>server.js:16   res.json(await Product.find());</a:t>
            </a:r>
          </a:p>
          <a:p>
            <a:pPr>
              <a:spcAft>
                <a:spcPts val="800"/>
              </a:spcAft>
              <a:defRPr sz="1800"/>
            </a:pPr>
            <a:r>
              <a:t>server.js:17 });</a:t>
            </a:r>
          </a:p>
          <a:p>
            <a:pPr>
              <a:spcAft>
                <a:spcPts val="800"/>
              </a:spcAft>
              <a:defRPr sz="1800"/>
            </a:pPr>
            <a:r>
              <a:t>server.js:18 </a:t>
            </a:r>
          </a:p>
          <a:p>
            <a:pPr>
              <a:spcAft>
                <a:spcPts val="800"/>
              </a:spcAft>
              <a:defRPr sz="1800"/>
            </a:pPr>
            <a:r>
              <a:t>server.js:19 // REST: POST a product.</a:t>
            </a:r>
          </a:p>
          <a:p>
            <a:pPr>
              <a:spcAft>
                <a:spcPts val="800"/>
              </a:spcAft>
              <a:defRPr sz="1800"/>
            </a:pPr>
            <a:r>
              <a:t>server.js:20 app.post('/api/products', async (req, res) =&gt; {</a:t>
            </a:r>
          </a:p>
          <a:p>
            <a:pPr>
              <a:spcAft>
                <a:spcPts val="800"/>
              </a:spcAft>
              <a:defRPr sz="1800"/>
            </a:pPr>
            <a:r>
              <a:t>server.js:21   const product = await Product.create(req.body);</a:t>
            </a:r>
          </a:p>
          <a:p>
            <a:pPr>
              <a:spcAft>
                <a:spcPts val="800"/>
              </a:spcAft>
              <a:defRPr sz="1800"/>
            </a:pPr>
            <a:r>
              <a:t>server.js:22   res.status(201).json(product);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Runtime / expected output</a:t>
            </a:r>
          </a:p>
        </p:txBody>
      </p:sp>
      <p:pic>
        <p:nvPicPr>
          <p:cNvPr id="3" name="Picture 2" descr="04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155680" cy="62750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Run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From repository root: see 04-express-database-rest-api/README.md</a:t>
            </a:r>
          </a:p>
          <a:p>
            <a:pPr>
              <a:spcAft>
                <a:spcPts val="800"/>
              </a:spcAft>
              <a:defRPr sz="1800"/>
            </a:pPr>
            <a:r>
              <a:t>Keep the terminal open while testing the browser or API.</a:t>
            </a:r>
          </a:p>
          <a:p>
            <a:pPr>
              <a:spcAft>
                <a:spcPts val="800"/>
              </a:spcAft>
              <a:defRPr sz="1800"/>
            </a:pPr>
            <a:r>
              <a:t>For MongoDB, use mongosh or Atlas as described in the README.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Viva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What is the input?</a:t>
            </a:r>
          </a:p>
          <a:p>
            <a:pPr>
              <a:spcAft>
                <a:spcPts val="800"/>
              </a:spcAft>
              <a:defRPr sz="1800"/>
            </a:pPr>
            <a:r>
              <a:t>Which line performs the main operation?</a:t>
            </a:r>
          </a:p>
          <a:p>
            <a:pPr>
              <a:spcAft>
                <a:spcPts val="800"/>
              </a:spcAft>
              <a:defRPr sz="1800"/>
            </a:pPr>
            <a:r>
              <a:t>What is the output?</a:t>
            </a:r>
          </a:p>
          <a:p>
            <a:pPr>
              <a:spcAft>
                <a:spcPts val="800"/>
              </a:spcAft>
              <a:defRPr sz="1800"/>
            </a:pPr>
            <a:r>
              <a:t>What changes if the input is changed?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