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800" b="1">
                <a:solidFill>
                  <a:srgbClr val="1B2B4B"/>
                </a:solidFill>
                <a:latin typeface="Aptos"/>
              </a:defRPr>
            </a:pPr>
            <a:r>
              <a:t>ExpressJS Database with Mongoose, CRUD, RESTful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Connect MongoDB using Mongoose and perform CRUD operations.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Develop a single page application using RESTful APIs.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server.js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const express = require('express');</a:t>
            </a:r>
            <a:br/>
            <a:r>
              <a:t>  2  const mongoose = require('mongoose');</a:t>
            </a:r>
            <a:br/>
            <a:r>
              <a:t>  3  const app = express();</a:t>
            </a:r>
            <a:br/>
            <a:r>
              <a:t>  4  const PORT = 3004;</a:t>
            </a:r>
            <a:br/>
            <a:r>
              <a:t>  5  </a:t>
            </a:r>
            <a:br/>
            <a:r>
              <a:t>  6  app.use(express.json());</a:t>
            </a:r>
            <a:br/>
            <a:r>
              <a:t>  7  </a:t>
            </a:r>
            <a:br/>
            <a:r>
              <a:t>  8  const productSchema = new mongoose.Schema({</a:t>
            </a:r>
            <a:br/>
            <a:r>
              <a:t>  9    name: String,</a:t>
            </a:r>
            <a:br/>
            <a:r>
              <a:t> 10    price: Number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server.js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});</a:t>
            </a:r>
            <a:br/>
            <a:r>
              <a:t> 12  const Product = mongoose.model('Product', productSchema);</a:t>
            </a:r>
            <a:br/>
            <a:r>
              <a:t> 13  </a:t>
            </a:r>
            <a:br/>
            <a:r>
              <a:t> 14  // REST: GET all products.</a:t>
            </a:r>
            <a:br/>
            <a:r>
              <a:t> 15  app.get('/api/products', async (req, res) =&gt; {</a:t>
            </a:r>
            <a:br/>
            <a:r>
              <a:t> 16    res.json(await Product.find());</a:t>
            </a:r>
            <a:br/>
            <a:r>
              <a:t> 17  });</a:t>
            </a:r>
            <a:br/>
            <a:r>
              <a:t> 18  </a:t>
            </a:r>
            <a:br/>
            <a:r>
              <a:t> 19  // REST: POST a product.</a:t>
            </a:r>
            <a:br/>
            <a:r>
              <a:t> 20  app.post('/api/products', async (req, res) =&gt; {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ExpressJS Database with Mongoose, CRUD, RESTful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