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800" b="1">
                <a:solidFill>
                  <a:srgbClr val="1B2B4B"/>
                </a:solidFill>
                <a:latin typeface="Aptos"/>
              </a:defRPr>
            </a:pPr>
            <a:r>
              <a:t>Experiment 09 — React Hooks and Sharing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Store data using useState().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Run an interval using useEffect().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Share a name through React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Read shared data inside a child component with useContext().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Edit the name in the input.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The child component receives the updated shared name.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The timer increases every second.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&lt;!DOCTYPE html&gt;</a:t>
            </a:r>
            <a:br/>
            <a:r>
              <a:t>  2  &lt;html lang="en"&gt;</a:t>
            </a:r>
            <a:br/>
            <a:r>
              <a:t>  3    &lt;head&gt;</a:t>
            </a:r>
            <a:br/>
            <a:r>
              <a:t>  4      &lt;meta charset="UTF-8" /&gt;</a:t>
            </a:r>
            <a:br/>
            <a:r>
              <a:t>  5  </a:t>
            </a:r>
            <a:br/>
            <a:r>
              <a:t>  6      &lt;meta</a:t>
            </a:r>
            <a:br/>
            <a:r>
              <a:t>  7        name="viewport"</a:t>
            </a:r>
            <a:br/>
            <a:r>
              <a:t>  8        content="width=device-width, initial-scale=1.0"</a:t>
            </a:r>
            <a:br/>
            <a:r>
              <a:t>  9      /&gt;</a:t>
            </a:r>
            <a:br/>
            <a:r>
              <a:t> 10 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    &lt;title&gt;</a:t>
            </a:r>
            <a:br/>
            <a:r>
              <a:t> 12        FSD2 React Experiment 09</a:t>
            </a:r>
            <a:br/>
            <a:r>
              <a:t> 13      &lt;/title&gt;</a:t>
            </a:r>
            <a:br/>
            <a:r>
              <a:t> 14    &lt;/head&gt;</a:t>
            </a:r>
            <a:br/>
            <a:r>
              <a:t> 15  </a:t>
            </a:r>
            <a:br/>
            <a:r>
              <a:t> 16    &lt;body&gt;</a:t>
            </a:r>
            <a:br/>
            <a:r>
              <a:t> 17      &lt;div id="root"&gt;&lt;/div&gt;</a:t>
            </a:r>
            <a:br/>
            <a:r>
              <a:t> 18  </a:t>
            </a:r>
            <a:br/>
            <a:r>
              <a:t> 19      &lt;script</a:t>
            </a:r>
            <a:br/>
            <a:r>
              <a:t> 20        type="module"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9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Experiment 09 — React Hooks and Sharing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