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09 — React Hooks and Sharing Data Between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`useState`: local state in a function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Lifting state up: place shared state in the closest common parent and</a:t>
            </a:r>
            <a:br/>
            <a:r>
              <a:t>pass values/callbacks to children.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5292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`createContext` / `useContext`: share a value across the component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0215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93008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Class vs function component: two ways shown side-by-side to explain why</a:t>
            </a:r>
            <a:br/>
            <a:r>
              <a:t>hooks are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09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09 — React Hooks and Sharing Data Between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