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200" b="1">
                <a:solidFill>
                  <a:srgbClr val="1B2B4B"/>
                </a:solidFill>
                <a:latin typeface="Aptos"/>
              </a:defRPr>
            </a:pPr>
            <a:r>
              <a:t>Experiment 04 — ExpressJS + Mongoose CRUD + RESTful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`ECONNREFUSED`: start local MongoDB or supply a correct Atlas URI.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Invalid URI / Atlas timeout: recheck connection string and Atlas Network</a:t>
            </a:r>
            <a:br/>
            <a:r>
              <a:t>Access.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6207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85292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Invalid product ID: API returns a 400 response.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0215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49300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Missing dependency: from repository root run `npm install`.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server.js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/**</a:t>
            </a:r>
            <a:br/>
            <a:r>
              <a:t>  2   * Experiment 04: Express + Mongoose CRUD REST API with browser client.</a:t>
            </a:r>
            <a:br/>
            <a:r>
              <a:t>  3   *</a:t>
            </a:r>
            <a:br/>
            <a:r>
              <a:t>  4   * Default local database: mongodb://127.0.0.1:27017/fsd2lab</a:t>
            </a:r>
            <a:br/>
            <a:r>
              <a:t>  5   * Set MONGO_URI to use MongoDB Atlas.</a:t>
            </a:r>
            <a:br/>
            <a:r>
              <a:t>  6   * Run from the repository root:</a:t>
            </a:r>
            <a:br/>
            <a:r>
              <a:t>  7   *   node 04-express-database-rest-api/server.js</a:t>
            </a:r>
            <a:br/>
            <a:r>
              <a:t>  8   */</a:t>
            </a:r>
            <a:br/>
            <a:r>
              <a:t>  9  const express = require('express');</a:t>
            </a:r>
            <a:br/>
            <a:r>
              <a:t> 10  const mongoose = require('mongoose');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server.js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</a:t>
            </a:r>
            <a:br/>
            <a:r>
              <a:t> 12  const app = express();</a:t>
            </a:r>
            <a:br/>
            <a:r>
              <a:t> 13  const PORT = Number(process.env.PORT) || 3004;</a:t>
            </a:r>
            <a:br/>
            <a:r>
              <a:t> 14  const MONGO_URI = process.env.MONGO_URI || 'mongodb://127.0.0.1:27017/fsd2lab';</a:t>
            </a:r>
            <a:br/>
            <a:r>
              <a:t> 15  </a:t>
            </a:r>
            <a:br/>
            <a:r>
              <a:t> 16  app.use(express.json());</a:t>
            </a:r>
            <a:br/>
            <a:r>
              <a:t> 17  app.use(express.urlencoded({ extended: true }));</a:t>
            </a:r>
            <a:br/>
            <a:r>
              <a:t> 18  </a:t>
            </a:r>
            <a:br/>
            <a:r>
              <a:t> 19  const productSchema = new mongoose.Schema({</a:t>
            </a:r>
            <a:br/>
            <a:r>
              <a:t> 20    name: { type: String, required: true, trim: true },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Experiment 04 — ExpressJS + Mongoose CRUD + RESTful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