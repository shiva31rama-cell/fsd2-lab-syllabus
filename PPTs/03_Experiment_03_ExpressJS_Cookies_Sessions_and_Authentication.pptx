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03 — ExpressJS Cookies, Sessions and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See the experiment README for the exact syllabus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03(a): Cookie and session management.</a:t>
            </a:r>
            <a:br/>
            <a:r>
              <a:t>  3   *</a:t>
            </a:r>
            <a:br/>
            <a:r>
              <a:t>  4   * Run: node 03-express-cookies-sessions-authentication/app.js</a:t>
            </a:r>
            <a:br/>
            <a:r>
              <a:t>  5   * Open: http://localhost:3003</a:t>
            </a:r>
            <a:br/>
            <a:r>
              <a:t>  6   *</a:t>
            </a:r>
            <a:br/>
            <a:r>
              <a:t>  7   * Try /set-cookie, /get-cookie, /visit and /destroy-session.</a:t>
            </a:r>
            <a:br/>
            <a:r>
              <a:t>  8   */</a:t>
            </a:r>
            <a:br/>
            <a:r>
              <a:t>  9  const express = require('express');</a:t>
            </a:r>
            <a:br/>
            <a:r>
              <a:t> 10  const cookieParser = require('cookie-parser');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const session = require('express-session');</a:t>
            </a:r>
            <a:br/>
            <a:r>
              <a:t> 12  </a:t>
            </a:r>
            <a:br/>
            <a:r>
              <a:t> 13  const app = express();</a:t>
            </a:r>
            <a:br/>
            <a:r>
              <a:t> 14  const PORT = 3003;</a:t>
            </a:r>
            <a:br/>
            <a:r>
              <a:t> 15  </a:t>
            </a:r>
            <a:br/>
            <a:r>
              <a:t> 16  app.use(cookieParser());</a:t>
            </a:r>
            <a:br/>
            <a:r>
              <a:t> 17  app.use(session({</a:t>
            </a:r>
            <a:br/>
            <a:r>
              <a:t> 18    secret: process.env.SESSION_SECRET || 'fsd2-classroom-session-secret',</a:t>
            </a:r>
            <a:br/>
            <a:r>
              <a:t> 19    resave: false,</a:t>
            </a:r>
            <a:br/>
            <a:r>
              <a:t> 20    saveUninitialized: false,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03 — ExpressJS Cookies, Sessions and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