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06 — ReactJS Props, State, Styles and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Receive a prop in the Student component.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Store counter data using useState().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Increment, decrement and double the counter.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Prevent decrement below zero.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Apply Sass theme styling.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Use a CSS Module for Counter-specific styles.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06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06 — ReactJS Props, State, Styles and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