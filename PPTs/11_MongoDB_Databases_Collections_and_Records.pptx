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MongoDB Databases, Collections and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Create and drop databases and collections.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Work with records using `find()`, `limit()`, `sort()`, `createIndex()`</a:t>
            </a:r>
            <a:br/>
            <a:r>
              <a:t>and `aggregate()`.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queries.js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// Database and collection operations.</a:t>
            </a:r>
            <a:br/>
            <a:r>
              <a:t>  2  use fsd2records;</a:t>
            </a:r>
            <a:br/>
            <a:r>
              <a:t>  3  db.createCollection('students');</a:t>
            </a:r>
            <a:br/>
            <a:r>
              <a:t>  4  </a:t>
            </a:r>
            <a:br/>
            <a:r>
              <a:t>  5  db.students.insertMany([</a:t>
            </a:r>
            <a:br/>
            <a:r>
              <a:t>  6    { name: 'Rama', marks: 88, branch: 'CSE' },</a:t>
            </a:r>
            <a:br/>
            <a:r>
              <a:t>  7    { name: 'Gandhi', marks: 76, branch: 'CSE' },</a:t>
            </a:r>
            <a:br/>
            <a:r>
              <a:t>  8    { name: 'Roshni', marks: 92, branch: 'ECE' },</a:t>
            </a:r>
            <a:br/>
            <a:r>
              <a:t>  9    { name: 'Kiran', marks: 81, branch: 'CSE' }</a:t>
            </a:r>
            <a:br/>
            <a:r>
              <a:t> 10  ]);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queries.js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</a:t>
            </a:r>
            <a:br/>
            <a:r>
              <a:t> 12  // FIND records.</a:t>
            </a:r>
            <a:br/>
            <a:r>
              <a:t> 13  db.students.find();</a:t>
            </a:r>
            <a:br/>
            <a:r>
              <a:t> 14  </a:t>
            </a:r>
            <a:br/>
            <a:r>
              <a:t> 15  // LIMIT records.</a:t>
            </a:r>
            <a:br/>
            <a:r>
              <a:t> 16  db.students.find().limit(2);</a:t>
            </a:r>
            <a:br/>
            <a:r>
              <a:t> 17  </a:t>
            </a:r>
            <a:br/>
            <a:r>
              <a:t> 18  // SORT by marks, descending.</a:t>
            </a:r>
            <a:br/>
            <a:r>
              <a:t> 19  db.students.find().sort({ marks: -1 });</a:t>
            </a:r>
            <a:br/>
            <a:r>
              <a:t> 20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MongoDB Databases, Collections and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