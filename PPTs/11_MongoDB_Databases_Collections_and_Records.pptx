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MongoDB Databases, Collections and Records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1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Create and drop databases and collections.</a:t>
            </a:r>
          </a:p>
          <a:p>
            <a:pPr>
              <a:spcAft>
                <a:spcPts val="1000"/>
              </a:spcAft>
              <a:defRPr sz="1800"/>
            </a:pPr>
            <a:r>
              <a:t>Work with records using `find()`, `limit()`, `sort()`, `createIndex()` and `aggregate()`.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1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queries.js:1 // Database and collection operations.</a:t>
            </a:r>
          </a:p>
          <a:p>
            <a:pPr>
              <a:spcAft>
                <a:spcPts val="800"/>
              </a:spcAft>
              <a:defRPr sz="1800"/>
            </a:pPr>
            <a:r>
              <a:t>queries.js:2 use fsd2records;</a:t>
            </a:r>
          </a:p>
          <a:p>
            <a:pPr>
              <a:spcAft>
                <a:spcPts val="800"/>
              </a:spcAft>
              <a:defRPr sz="1800"/>
            </a:pPr>
            <a:r>
              <a:t>queries.js:3 db.createCollection('students');</a:t>
            </a:r>
          </a:p>
          <a:p>
            <a:pPr>
              <a:spcAft>
                <a:spcPts val="800"/>
              </a:spcAft>
              <a:defRPr sz="1800"/>
            </a:pPr>
            <a:r>
              <a:t>queries.js:4 </a:t>
            </a:r>
          </a:p>
          <a:p>
            <a:pPr>
              <a:spcAft>
                <a:spcPts val="800"/>
              </a:spcAft>
              <a:defRPr sz="1800"/>
            </a:pPr>
            <a:r>
              <a:t>queries.js:5 db.students.insertMany([</a:t>
            </a:r>
          </a:p>
          <a:p>
            <a:pPr>
              <a:spcAft>
                <a:spcPts val="800"/>
              </a:spcAft>
              <a:defRPr sz="1800"/>
            </a:pPr>
            <a:r>
              <a:t>queries.js:6   { name: 'Rama', marks: 88, branch: 'CSE' },</a:t>
            </a:r>
          </a:p>
          <a:p>
            <a:pPr>
              <a:spcAft>
                <a:spcPts val="800"/>
              </a:spcAft>
              <a:defRPr sz="1800"/>
            </a:pPr>
            <a:r>
              <a:t>queries.js:7   { name: 'Gandhi', marks: 76, branch: 'CSE' },</a:t>
            </a:r>
          </a:p>
          <a:p>
            <a:pPr>
              <a:spcAft>
                <a:spcPts val="800"/>
              </a:spcAft>
              <a:defRPr sz="1800"/>
            </a:pPr>
            <a:r>
              <a:t>queries.js:8   { name: 'Roshni', marks: 92, branch: 'ECE' },</a:t>
            </a:r>
          </a:p>
          <a:p>
            <a:pPr>
              <a:spcAft>
                <a:spcPts val="800"/>
              </a:spcAft>
              <a:defRPr sz="1800"/>
            </a:pPr>
            <a:r>
              <a:t>queries.js:9   { name: 'Kiran', marks: 81, branch: 'CSE' }</a:t>
            </a:r>
          </a:p>
          <a:p>
            <a:pPr>
              <a:spcAft>
                <a:spcPts val="800"/>
              </a:spcAft>
              <a:defRPr sz="1800"/>
            </a:pPr>
            <a:r>
              <a:t>queries.js:10 ]);</a:t>
            </a:r>
          </a:p>
          <a:p>
            <a:pPr>
              <a:spcAft>
                <a:spcPts val="800"/>
              </a:spcAft>
              <a:defRPr sz="1800"/>
            </a:pPr>
            <a:r>
              <a:t>queries.js:11 </a:t>
            </a:r>
          </a:p>
          <a:p>
            <a:pPr>
              <a:spcAft>
                <a:spcPts val="800"/>
              </a:spcAft>
              <a:defRPr sz="1800"/>
            </a:pPr>
            <a:r>
              <a:t>queries.js:12 // FIND records.</a:t>
            </a:r>
          </a:p>
          <a:p>
            <a:pPr>
              <a:spcAft>
                <a:spcPts val="800"/>
              </a:spcAft>
              <a:defRPr sz="1800"/>
            </a:pPr>
            <a:r>
              <a:t>queries.js:13 db.students.find();</a:t>
            </a:r>
          </a:p>
          <a:p>
            <a:pPr>
              <a:spcAft>
                <a:spcPts val="800"/>
              </a:spcAft>
              <a:defRPr sz="1800"/>
            </a:pPr>
            <a:r>
              <a:t>queries.js:14 </a:t>
            </a:r>
          </a:p>
          <a:p>
            <a:pPr>
              <a:spcAft>
                <a:spcPts val="800"/>
              </a:spcAft>
              <a:defRPr sz="1800"/>
            </a:pPr>
            <a:r>
              <a:t>queries.js:15 // LIMIT records.</a:t>
            </a:r>
          </a:p>
          <a:p>
            <a:pPr>
              <a:spcAft>
                <a:spcPts val="800"/>
              </a:spcAft>
              <a:defRPr sz="1800"/>
            </a:pPr>
            <a:r>
              <a:t>queries.js:16 db.students.find().limit(2);</a:t>
            </a:r>
          </a:p>
          <a:p>
            <a:pPr>
              <a:spcAft>
                <a:spcPts val="800"/>
              </a:spcAft>
              <a:defRPr sz="1800"/>
            </a:pPr>
            <a:r>
              <a:t>queries.js:17 </a:t>
            </a:r>
          </a:p>
          <a:p>
            <a:pPr>
              <a:spcAft>
                <a:spcPts val="800"/>
              </a:spcAft>
              <a:defRPr sz="1800"/>
            </a:pPr>
            <a:r>
              <a:t>queries.js:18 // SORT by marks, descending.</a:t>
            </a:r>
          </a:p>
          <a:p>
            <a:pPr>
              <a:spcAft>
                <a:spcPts val="800"/>
              </a:spcAft>
              <a:defRPr sz="1800"/>
            </a:pPr>
            <a:r>
              <a:t>queries.js:19 db.students.find().sort({ marks: -1 });</a:t>
            </a:r>
          </a:p>
          <a:p>
            <a:pPr>
              <a:spcAft>
                <a:spcPts val="800"/>
              </a:spcAft>
              <a:defRPr sz="1800"/>
            </a:pPr>
            <a:r>
              <a:t>queries.js:20 </a:t>
            </a:r>
          </a:p>
          <a:p>
            <a:pPr>
              <a:spcAft>
                <a:spcPts val="800"/>
              </a:spcAft>
              <a:defRPr sz="1800"/>
            </a:pPr>
            <a:r>
              <a:t>queries.js:21 // INDEX for faster lookup.</a:t>
            </a:r>
          </a:p>
          <a:p>
            <a:pPr>
              <a:spcAft>
                <a:spcPts val="800"/>
              </a:spcAft>
              <a:defRPr sz="1800"/>
            </a:pPr>
            <a:r>
              <a:t>queries.js:22 db.students.createIndex({ branch: 1 });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11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11-mongodb-databases-collections-records/README.md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