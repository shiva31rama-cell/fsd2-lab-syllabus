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Augmented Programs — NodeJS Express To-do + React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Design a to-do list application using NodeJS and ExpressJS.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Design a Quiz app using ReactJS.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MongoDB University certification is included as a separate guide.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html&gt;&lt;html&gt;&lt;head&gt;&lt;meta charset="UTF-8"&gt;&lt;meta name="viewport"</a:t>
            </a:r>
            <a:br/>
            <a:r>
              <a:t>         content="width=device-width,initial-scale=1"&gt;&lt;title&gt;FSD2 React</a:t>
            </a:r>
            <a:br/>
            <a:r>
              <a:t>         Quiz&lt;/title&gt;&lt;/head&gt;&lt;body&gt;&lt;div id="root"&gt;&lt;/div&gt;&lt;script type="module"</a:t>
            </a:r>
            <a:br/>
            <a:r>
              <a:t>         src="/src/main.jsx"&gt;&lt;/script&gt;&lt;/body&gt;&lt;/html&gt;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main.jsx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import React, { useState } from 'react';</a:t>
            </a:r>
            <a:br/>
            <a:r>
              <a:t>  2  import { createRoot } from 'react-dom/client';</a:t>
            </a:r>
            <a:br/>
            <a:r>
              <a:t>  3  </a:t>
            </a:r>
            <a:br/>
            <a:r>
              <a:t>  4  const questions = [</a:t>
            </a:r>
            <a:br/>
            <a:r>
              <a:t>  5    { q: 'Which hook stores state?', options: ['useState', 'useRoute', 'useHTML'], answer:</a:t>
            </a:r>
            <a:br/>
            <a:r>
              <a:t>         'useState' },</a:t>
            </a:r>
            <a:br/>
            <a:r>
              <a:t>  6    { q: 'Which method is used to find MongoDB documents?', options: ['find()', 'show()',</a:t>
            </a:r>
            <a:br/>
            <a:r>
              <a:t>         'open()'], answer: 'find()' },</a:t>
            </a:r>
            <a:br/>
            <a:r>
              <a:t>  7    { q: 'Express is mainly used for?', options: ['Server-side web apps', 'Image editing',</a:t>
            </a:r>
            <a:br/>
            <a:r>
              <a:t>         'Operating systems'], answer: 'Server-side web apps' }</a:t>
            </a:r>
            <a:br/>
            <a:r>
              <a:t>  8  ];</a:t>
            </a:r>
            <a:br/>
            <a:r>
              <a:t>  9  </a:t>
            </a:r>
            <a:br/>
            <a:r>
              <a:t> 10  function App() {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Augmented Programs — NodeJS Express To-do + React Quiz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