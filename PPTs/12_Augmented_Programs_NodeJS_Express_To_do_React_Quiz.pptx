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69848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305D9C"/>
                </a:solidFill>
                <a:latin typeface="Aptos"/>
              </a:defRPr>
            </a:pPr>
            <a:r>
              <a:t>FSD2 LAB • EXPERIMENT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27632"/>
            <a:ext cx="10698480" cy="1600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3800" b="1">
                <a:solidFill>
                  <a:srgbClr val="1B2B4B"/>
                </a:solidFill>
                <a:latin typeface="Aptos"/>
              </a:defRPr>
            </a:pPr>
            <a:r>
              <a:t>Augmented Programs — NodeJS Express To-do + React Quiz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93008"/>
            <a:ext cx="10424160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900" b="0">
                <a:solidFill>
                  <a:srgbClr val="666E7A"/>
                </a:solidFill>
                <a:latin typeface="Aptos"/>
              </a:defRPr>
            </a:pPr>
            <a:r>
              <a:t>Simple explanation • Clean code • Runtime pathway • Viva preparation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806440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600" b="1">
                <a:solidFill>
                  <a:srgbClr val="305D9C"/>
                </a:solidFill>
                <a:latin typeface="Aptos"/>
              </a:defRPr>
            </a:pPr>
            <a:r>
              <a:t>FSD2 Lab Materials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Syllabus tasks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40817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Design a to-do list application using NodeJS and ExpressJS.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04825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Design a Quiz app using ReactJS.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268833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MongoDB University certification is included as a separate guide.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2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10972800" cy="5074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437376"/>
            <a:ext cx="1060704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defRPr sz="1200" b="0">
                <a:solidFill>
                  <a:srgbClr val="666E7A"/>
                </a:solidFill>
                <a:latin typeface="Aptos"/>
              </a:defRPr>
            </a:pPr>
            <a:r>
              <a:t>Input → processing → data/state → output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Code pathway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index.html • lines 1–1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298448"/>
            <a:ext cx="10972800" cy="5074920"/>
          </a:xfrm>
          <a:prstGeom prst="roundRect">
            <a:avLst/>
          </a:prstGeom>
          <a:solidFill>
            <a:srgbClr val="F8FAFC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36192"/>
            <a:ext cx="10515600" cy="4617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250" b="0">
                <a:solidFill>
                  <a:srgbClr val="23272F"/>
                </a:solidFill>
                <a:latin typeface="DejaVu Sans Mono"/>
              </a:defRPr>
            </a:pPr>
            <a:r>
              <a:t>  1  &lt;!doctype html&gt;&lt;html&gt;&lt;head&gt;&lt;meta charset="UTF-8"&gt;&lt;meta name="viewport"</a:t>
            </a:r>
            <a:br/>
            <a:r>
              <a:t>         content="width=device-width,initial-scale=1"&gt;&lt;title&gt;FSD2 React</a:t>
            </a:r>
            <a:br/>
            <a:r>
              <a:t>         Quiz&lt;/title&gt;&lt;/head&gt;&lt;body&gt;&lt;div id="root"&gt;&lt;/div&gt;&lt;script type="module"</a:t>
            </a:r>
            <a:br/>
            <a:r>
              <a:t>         src="/src/main.jsx"&gt;&lt;/script&gt;&lt;/body&gt;&lt;/html&gt;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Code pathway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main.jsx • lines 1–10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298448"/>
            <a:ext cx="10972800" cy="5074920"/>
          </a:xfrm>
          <a:prstGeom prst="roundRect">
            <a:avLst/>
          </a:prstGeom>
          <a:solidFill>
            <a:srgbClr val="F8FAFC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36192"/>
            <a:ext cx="10515600" cy="4617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250" b="0">
                <a:solidFill>
                  <a:srgbClr val="23272F"/>
                </a:solidFill>
                <a:latin typeface="DejaVu Sans Mono"/>
              </a:defRPr>
            </a:pPr>
            <a:r>
              <a:t>  1  import React, { useState } from 'react';</a:t>
            </a:r>
            <a:br/>
            <a:r>
              <a:t>  2  import { createRoot } from 'react-dom/client';</a:t>
            </a:r>
            <a:br/>
            <a:r>
              <a:t>  3  </a:t>
            </a:r>
            <a:br/>
            <a:r>
              <a:t>  4  const questions = [</a:t>
            </a:r>
            <a:br/>
            <a:r>
              <a:t>  5    { q: 'Which hook stores state?', options: ['useState', 'useRoute', 'useHTML'], answer:</a:t>
            </a:r>
            <a:br/>
            <a:r>
              <a:t>         'useState' },</a:t>
            </a:r>
            <a:br/>
            <a:r>
              <a:t>  6    { q: 'Which method is used to find MongoDB documents?', options: ['find()', 'show()',</a:t>
            </a:r>
            <a:br/>
            <a:r>
              <a:t>         'open()'], answer: 'find()' },</a:t>
            </a:r>
            <a:br/>
            <a:r>
              <a:t>  7    { q: 'Express is mainly used for?', options: ['Server-side web apps', 'Image editing',</a:t>
            </a:r>
            <a:br/>
            <a:r>
              <a:t>         'Operating systems'], answer: 'Server-side web apps' }</a:t>
            </a:r>
            <a:br/>
            <a:r>
              <a:t>  8  ];</a:t>
            </a:r>
            <a:br/>
            <a:r>
              <a:t>  9  </a:t>
            </a:r>
            <a:br/>
            <a:r>
              <a:t> 10  function App() {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Runtime walkthrough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2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10972800" cy="5074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437376"/>
            <a:ext cx="1060704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defRPr sz="1200" b="0">
                <a:solidFill>
                  <a:srgbClr val="666E7A"/>
                </a:solidFill>
                <a:latin typeface="Aptos"/>
              </a:defRPr>
            </a:pPr>
            <a:r>
              <a:t>Start → enter input → execute → observe output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Expected result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Augmented Programs — NodeJS Express To-do + React Quiz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305D9C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Enter the sample values or open the required page / route.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007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2A7A59"/>
                </a:solidFill>
                <a:latin typeface="Aptos"/>
              </a:defRPr>
            </a:pPr>
            <a:r>
              <a:t>PROCESS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007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The Express route, React component, hook, or MongoDB command performs the task.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5048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D67E2D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5048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Check the browser, terminal, API response, or database result.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94760"/>
            <a:ext cx="365760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1B2B4B"/>
                </a:solidFill>
                <a:latin typeface="Aptos"/>
              </a:defRPr>
            </a:pPr>
            <a:r>
              <a:t>Verification checklist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7083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36168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No syntax errors appear in the terminal.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01091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500176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The requested feature responds to the input.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65099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564184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The displayed / returned value matches the operation.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Viva preparation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40817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is the purpose of this experiment?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04825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Which input is required?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268833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Which line or command performs the main operation?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3756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32841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output should you observe?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97764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396849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happens when the input changes?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