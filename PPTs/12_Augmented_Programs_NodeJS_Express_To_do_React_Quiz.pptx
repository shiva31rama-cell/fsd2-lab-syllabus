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2800"/>
            </a:pPr>
            <a:r>
              <a:t>Augmented Programs — NodeJS Express To-do + React Quiz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1800"/>
            </a:pPr>
            <a:r>
              <a:t>FSD2 Lab • Experiment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Syllabus tasks</a:t>
            </a:r>
          </a:p>
        </p:txBody>
      </p:sp>
      <p:pic>
        <p:nvPicPr>
          <p:cNvPr id="3" name="Picture 2" descr="12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280160"/>
            <a:ext cx="6949440" cy="39090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371600"/>
            <a:ext cx="3840480" cy="4663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800"/>
            </a:pPr>
            <a:r>
              <a:t>Design a to-do list application using NodeJS and ExpressJS.</a:t>
            </a:r>
          </a:p>
          <a:p>
            <a:pPr>
              <a:spcAft>
                <a:spcPts val="1000"/>
              </a:spcAft>
              <a:defRPr sz="1800"/>
            </a:pPr>
            <a:r>
              <a:t>Design a Quiz app using ReactJS.</a:t>
            </a:r>
          </a:p>
          <a:p>
            <a:pPr>
              <a:spcAft>
                <a:spcPts val="1000"/>
              </a:spcAft>
              <a:defRPr sz="1800"/>
            </a:pPr>
            <a:r>
              <a:t>MongoDB University certification is included as a separate guide.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How it works</a:t>
            </a:r>
          </a:p>
        </p:txBody>
      </p:sp>
      <p:pic>
        <p:nvPicPr>
          <p:cNvPr id="3" name="Picture 2" descr="12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155680" cy="627507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Code pathway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800"/>
            </a:pPr>
            <a:r>
              <a:t>server.js:1 const express = require('express');</a:t>
            </a:r>
          </a:p>
          <a:p>
            <a:pPr>
              <a:spcAft>
                <a:spcPts val="800"/>
              </a:spcAft>
              <a:defRPr sz="1800"/>
            </a:pPr>
            <a:r>
              <a:t>server.js:2 const app = express();</a:t>
            </a:r>
          </a:p>
          <a:p>
            <a:pPr>
              <a:spcAft>
                <a:spcPts val="800"/>
              </a:spcAft>
              <a:defRPr sz="1800"/>
            </a:pPr>
            <a:r>
              <a:t>server.js:3 const PORT = 3012;</a:t>
            </a:r>
          </a:p>
          <a:p>
            <a:pPr>
              <a:spcAft>
                <a:spcPts val="800"/>
              </a:spcAft>
              <a:defRPr sz="1800"/>
            </a:pPr>
            <a:r>
              <a:t>server.js:4 app.use(express.json());</a:t>
            </a:r>
          </a:p>
          <a:p>
            <a:pPr>
              <a:spcAft>
                <a:spcPts val="800"/>
              </a:spcAft>
              <a:defRPr sz="1800"/>
            </a:pPr>
            <a:r>
              <a:t>server.js:5 let todos = [];</a:t>
            </a:r>
          </a:p>
          <a:p>
            <a:pPr>
              <a:spcAft>
                <a:spcPts val="800"/>
              </a:spcAft>
              <a:defRPr sz="1800"/>
            </a:pPr>
            <a:r>
              <a:t>server.js:6 </a:t>
            </a:r>
          </a:p>
          <a:p>
            <a:pPr>
              <a:spcAft>
                <a:spcPts val="800"/>
              </a:spcAft>
              <a:defRPr sz="1800"/>
            </a:pPr>
            <a:r>
              <a:t>server.js:7 app.get('/api/todos', (req, res) =&gt; res.json(todos));</a:t>
            </a:r>
          </a:p>
          <a:p>
            <a:pPr>
              <a:spcAft>
                <a:spcPts val="800"/>
              </a:spcAft>
              <a:defRPr sz="1800"/>
            </a:pPr>
            <a:r>
              <a:t>server.js:8 app.post('/api/todos', (req, res) =&gt; {</a:t>
            </a:r>
          </a:p>
          <a:p>
            <a:pPr>
              <a:spcAft>
                <a:spcPts val="800"/>
              </a:spcAft>
              <a:defRPr sz="1800"/>
            </a:pPr>
            <a:r>
              <a:t>server.js:9   const todo = { id: Date.now(), text: req.body.text, done: false };</a:t>
            </a:r>
          </a:p>
          <a:p>
            <a:pPr>
              <a:spcAft>
                <a:spcPts val="800"/>
              </a:spcAft>
              <a:defRPr sz="1800"/>
            </a:pPr>
            <a:r>
              <a:t>server.js:10   todos.push(todo);</a:t>
            </a:r>
          </a:p>
          <a:p>
            <a:pPr>
              <a:spcAft>
                <a:spcPts val="800"/>
              </a:spcAft>
              <a:defRPr sz="1800"/>
            </a:pPr>
            <a:r>
              <a:t>server.js:11   res.status(201).json(todo);</a:t>
            </a:r>
          </a:p>
          <a:p>
            <a:pPr>
              <a:spcAft>
                <a:spcPts val="800"/>
              </a:spcAft>
              <a:defRPr sz="1800"/>
            </a:pPr>
            <a:r>
              <a:t>server.js:12 });</a:t>
            </a:r>
          </a:p>
          <a:p>
            <a:pPr>
              <a:spcAft>
                <a:spcPts val="800"/>
              </a:spcAft>
              <a:defRPr sz="1800"/>
            </a:pPr>
            <a:r>
              <a:t>server.js:13 app.patch('/api/todos/:id', (req, res) =&gt; {</a:t>
            </a:r>
          </a:p>
          <a:p>
            <a:pPr>
              <a:spcAft>
                <a:spcPts val="800"/>
              </a:spcAft>
              <a:defRPr sz="1800"/>
            </a:pPr>
            <a:r>
              <a:t>server.js:14   const todo = todos.find(t =&gt; t.id === Number(req.params.id));</a:t>
            </a:r>
          </a:p>
          <a:p>
            <a:pPr>
              <a:spcAft>
                <a:spcPts val="800"/>
              </a:spcAft>
              <a:defRPr sz="1800"/>
            </a:pPr>
            <a:r>
              <a:t>server.js:15   if (!todo) return res.status(404).json({ message: 'Not found' });</a:t>
            </a:r>
          </a:p>
          <a:p>
            <a:pPr>
              <a:spcAft>
                <a:spcPts val="800"/>
              </a:spcAft>
              <a:defRPr sz="1800"/>
            </a:pPr>
            <a:r>
              <a:t>server.js:16   todo.done = !todo.done;</a:t>
            </a:r>
          </a:p>
          <a:p>
            <a:pPr>
              <a:spcAft>
                <a:spcPts val="800"/>
              </a:spcAft>
              <a:defRPr sz="1800"/>
            </a:pPr>
            <a:r>
              <a:t>server.js:17   res.json(todo);</a:t>
            </a:r>
          </a:p>
          <a:p>
            <a:pPr>
              <a:spcAft>
                <a:spcPts val="800"/>
              </a:spcAft>
              <a:defRPr sz="1800"/>
            </a:pPr>
            <a:r>
              <a:t>server.js:18 });</a:t>
            </a:r>
          </a:p>
          <a:p>
            <a:pPr>
              <a:spcAft>
                <a:spcPts val="800"/>
              </a:spcAft>
              <a:defRPr sz="1800"/>
            </a:pPr>
            <a:r>
              <a:t>server.js:19 app.delete('/api/todos/:id', (req, res) =&gt; {</a:t>
            </a:r>
          </a:p>
          <a:p>
            <a:pPr>
              <a:spcAft>
                <a:spcPts val="800"/>
              </a:spcAft>
              <a:defRPr sz="1800"/>
            </a:pPr>
            <a:r>
              <a:t>server.js:20   todos = todos.filter(t =&gt; t.id !== Number(req.params.id));</a:t>
            </a:r>
          </a:p>
          <a:p>
            <a:pPr>
              <a:spcAft>
                <a:spcPts val="800"/>
              </a:spcAft>
              <a:defRPr sz="1800"/>
            </a:pPr>
            <a:r>
              <a:t>server.js:21   res.json({ message: 'Deleted' });</a:t>
            </a:r>
          </a:p>
          <a:p>
            <a:pPr>
              <a:spcAft>
                <a:spcPts val="800"/>
              </a:spcAft>
              <a:defRPr sz="1800"/>
            </a:pPr>
            <a:r>
              <a:t>server.js:22 });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Runtime / expected output</a:t>
            </a:r>
          </a:p>
        </p:txBody>
      </p:sp>
      <p:pic>
        <p:nvPicPr>
          <p:cNvPr id="3" name="Picture 2" descr="12_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155680" cy="627507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Run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800"/>
            </a:pPr>
            <a:r>
              <a:t>From repository root: see 12-augmented-programs-todo-and-quiz/README.md</a:t>
            </a:r>
          </a:p>
          <a:p>
            <a:pPr>
              <a:spcAft>
                <a:spcPts val="800"/>
              </a:spcAft>
              <a:defRPr sz="1800"/>
            </a:pPr>
            <a:r>
              <a:t>Keep the terminal open while testing the browser or API.</a:t>
            </a:r>
          </a:p>
          <a:p>
            <a:pPr>
              <a:spcAft>
                <a:spcPts val="800"/>
              </a:spcAft>
              <a:defRPr sz="1800"/>
            </a:pPr>
            <a:r>
              <a:t>For MongoDB, use mongosh or Atlas as described in the README.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Viva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800"/>
            </a:pPr>
            <a:r>
              <a:t>What is the input?</a:t>
            </a:r>
          </a:p>
          <a:p>
            <a:pPr>
              <a:spcAft>
                <a:spcPts val="800"/>
              </a:spcAft>
              <a:defRPr sz="1800"/>
            </a:pPr>
            <a:r>
              <a:t>Which line performs the main operation?</a:t>
            </a:r>
          </a:p>
          <a:p>
            <a:pPr>
              <a:spcAft>
                <a:spcPts val="800"/>
              </a:spcAft>
              <a:defRPr sz="1800"/>
            </a:pPr>
            <a:r>
              <a:t>What is the output?</a:t>
            </a:r>
          </a:p>
          <a:p>
            <a:pPr>
              <a:spcAft>
                <a:spcPts val="800"/>
              </a:spcAft>
              <a:defRPr sz="1800"/>
            </a:pPr>
            <a:r>
              <a:t>What changes if the input is changed?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