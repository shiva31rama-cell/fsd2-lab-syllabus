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12 — Augmented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See the experiment README for the exact syllabus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Quiz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12 — Augmented Programs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