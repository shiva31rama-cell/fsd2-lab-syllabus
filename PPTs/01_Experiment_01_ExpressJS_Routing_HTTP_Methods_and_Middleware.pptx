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01 — ExpressJS Routing, HTTP Methods and Middleware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Start an Express server on port 3001.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Use custom middleware to log requests.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Read route parameters such as /students/1.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Read query parameters such as /search?name=Rama.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Build a URL dynamically.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Create, read and delete student records in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app.js — complete ExpressJS example with comments and clear sections.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01: ExpressJS Routing, HTTP Methods and Middleware</a:t>
            </a:r>
            <a:br/>
            <a:r>
              <a:t>  3   *</a:t>
            </a:r>
            <a:br/>
            <a:r>
              <a:t>  4   * What it demonstrates:</a:t>
            </a:r>
            <a:br/>
            <a:r>
              <a:t>  5   * - Express server setup</a:t>
            </a:r>
            <a:br/>
            <a:r>
              <a:t>  6   * - Custom middleware</a:t>
            </a:r>
            <a:br/>
            <a:r>
              <a:t>  7   * - Route parameters and query parameters</a:t>
            </a:r>
            <a:br/>
            <a:r>
              <a:t>  8   * - URL building</a:t>
            </a:r>
            <a:br/>
            <a:r>
              <a:t>  9   * - GET, POST and DELETE methods</a:t>
            </a:r>
            <a:br/>
            <a:r>
              <a:t> 10   */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</a:t>
            </a:r>
            <a:br/>
            <a:r>
              <a:t> 12  const express = require('express');</a:t>
            </a:r>
            <a:br/>
            <a:r>
              <a:t> 13  </a:t>
            </a:r>
            <a:br/>
            <a:r>
              <a:t> 14  const app = express();</a:t>
            </a:r>
            <a:br/>
            <a:r>
              <a:t> 15  const PORT = 3001;</a:t>
            </a:r>
            <a:br/>
            <a:r>
              <a:t> 16  </a:t>
            </a:r>
            <a:br/>
            <a:r>
              <a:t> 17  // ------------------------------------------------------------</a:t>
            </a:r>
            <a:br/>
            <a:r>
              <a:t> 18  // Middleware</a:t>
            </a:r>
            <a:br/>
            <a:r>
              <a:t> 19  // ------------------------------------------------------------</a:t>
            </a:r>
            <a:br/>
            <a:r>
              <a:t> 20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01 — ExpressJS Routing, HTTP Methods and Middleware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