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200" b="1">
                <a:solidFill>
                  <a:srgbClr val="1B2B4B"/>
                </a:solidFill>
                <a:latin typeface="Aptos"/>
              </a:defRPr>
            </a:pPr>
            <a:r>
              <a:t>Experiment 01 — ExpressJS Routing, HTTP Methods and 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See the experiment README for the exact syllabus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app.js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/**</a:t>
            </a:r>
            <a:br/>
            <a:r>
              <a:t>  2   * Experiment 01: ExpressJS Routing, HTTP Methods and Middleware</a:t>
            </a:r>
            <a:br/>
            <a:r>
              <a:t>  3   *</a:t>
            </a:r>
            <a:br/>
            <a:r>
              <a:t>  4   * What it demonstrates:</a:t>
            </a:r>
            <a:br/>
            <a:r>
              <a:t>  5   * - Express server setup</a:t>
            </a:r>
            <a:br/>
            <a:r>
              <a:t>  6   * - Custom middleware</a:t>
            </a:r>
            <a:br/>
            <a:r>
              <a:t>  7   * - Route parameters and query parameters</a:t>
            </a:r>
            <a:br/>
            <a:r>
              <a:t>  8   * - URL building</a:t>
            </a:r>
            <a:br/>
            <a:r>
              <a:t>  9   * - GET, POST and DELETE methods</a:t>
            </a:r>
            <a:br/>
            <a:r>
              <a:t> 10   */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app.js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</a:t>
            </a:r>
            <a:br/>
            <a:r>
              <a:t> 12  const express = require('express');</a:t>
            </a:r>
            <a:br/>
            <a:r>
              <a:t> 13  </a:t>
            </a:r>
            <a:br/>
            <a:r>
              <a:t> 14  const app = express();</a:t>
            </a:r>
            <a:br/>
            <a:r>
              <a:t> 15  const PORT = 3001;</a:t>
            </a:r>
            <a:br/>
            <a:r>
              <a:t> 16  </a:t>
            </a:r>
            <a:br/>
            <a:r>
              <a:t> 17  // ------------------------------------------------------------</a:t>
            </a:r>
            <a:br/>
            <a:r>
              <a:t> 18  // Middleware</a:t>
            </a:r>
            <a:br/>
            <a:r>
              <a:t> 19  // ------------------------------------------------------------</a:t>
            </a:r>
            <a:br/>
            <a:r>
              <a:t> 20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01 — ExpressJS Routing, HTTP Methods and Middleware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