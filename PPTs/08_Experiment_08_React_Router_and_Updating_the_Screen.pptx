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08 — React Router and Updating the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Navigate between Home, About and Counter screens.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Use React Router links without a full page reload.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Store counter state using useState().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Re-render the screen when state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08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08 — React Router and Updating the Screen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