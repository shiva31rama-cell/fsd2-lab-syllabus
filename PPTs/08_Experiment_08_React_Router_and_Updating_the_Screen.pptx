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08 — React Router and Updating the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Router program: Home / Students / About navigation, student detail pages</a:t>
            </a:r>
            <a:br/>
            <a:r>
              <a:t>and 404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1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12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Screen update program: counter plus a live clock.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08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08 — React Router and Updating the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