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t>ExpressJS Templating, Form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FSD2 Lab • Experiment 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Syllabus tasks</a:t>
            </a:r>
          </a:p>
        </p:txBody>
      </p:sp>
      <p:pic>
        <p:nvPicPr>
          <p:cNvPr id="3" name="Picture 2" descr="02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6949440" cy="39090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371600"/>
            <a:ext cx="384048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Write a program using a templating engine.</a:t>
            </a:r>
          </a:p>
          <a:p>
            <a:pPr>
              <a:spcAft>
                <a:spcPts val="1000"/>
              </a:spcAft>
              <a:defRPr sz="1800"/>
            </a:pPr>
            <a:r>
              <a:t>Write a program to work with form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How it works</a:t>
            </a:r>
          </a:p>
        </p:txBody>
      </p:sp>
      <p:pic>
        <p:nvPicPr>
          <p:cNvPr id="3" name="Picture 2" descr="02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Code pathway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app.js:1 const express = require('express');</a:t>
            </a:r>
          </a:p>
          <a:p>
            <a:pPr>
              <a:spcAft>
                <a:spcPts val="800"/>
              </a:spcAft>
              <a:defRPr sz="1800"/>
            </a:pPr>
            <a:r>
              <a:t>app.js:2 const app = express();</a:t>
            </a:r>
          </a:p>
          <a:p>
            <a:pPr>
              <a:spcAft>
                <a:spcPts val="800"/>
              </a:spcAft>
              <a:defRPr sz="1800"/>
            </a:pPr>
            <a:r>
              <a:t>app.js:3 const PORT = 3002;</a:t>
            </a:r>
          </a:p>
          <a:p>
            <a:pPr>
              <a:spcAft>
                <a:spcPts val="800"/>
              </a:spcAft>
              <a:defRPr sz="1800"/>
            </a:pPr>
            <a:r>
              <a:t>app.js:4 </a:t>
            </a:r>
          </a:p>
          <a:p>
            <a:pPr>
              <a:spcAft>
                <a:spcPts val="800"/>
              </a:spcAft>
              <a:defRPr sz="1800"/>
            </a:pPr>
            <a:r>
              <a:t>app.js:5 app.set('view engine', 'ejs'); // Tell Express to use EJS templates.</a:t>
            </a:r>
          </a:p>
          <a:p>
            <a:pPr>
              <a:spcAft>
                <a:spcPts val="800"/>
              </a:spcAft>
              <a:defRPr sz="1800"/>
            </a:pPr>
            <a:r>
              <a:t>app.js:6 app.use(express.urlencoded({ extended: true })); // Read form data.</a:t>
            </a:r>
          </a:p>
          <a:p>
            <a:pPr>
              <a:spcAft>
                <a:spcPts val="800"/>
              </a:spcAft>
              <a:defRPr sz="1800"/>
            </a:pPr>
            <a:r>
              <a:t>app.js:7 </a:t>
            </a:r>
          </a:p>
          <a:p>
            <a:pPr>
              <a:spcAft>
                <a:spcPts val="800"/>
              </a:spcAft>
              <a:defRPr sz="1800"/>
            </a:pPr>
            <a:r>
              <a:t>app.js:8 app.get('/', (req, res) =&gt; {</a:t>
            </a:r>
          </a:p>
          <a:p>
            <a:pPr>
              <a:spcAft>
                <a:spcPts val="800"/>
              </a:spcAft>
              <a:defRPr sz="1800"/>
            </a:pPr>
            <a:r>
              <a:t>app.js:9   res.render('index', { title: 'FSD2 Form', message: '' });</a:t>
            </a:r>
          </a:p>
          <a:p>
            <a:pPr>
              <a:spcAft>
                <a:spcPts val="800"/>
              </a:spcAft>
              <a:defRPr sz="1800"/>
            </a:pPr>
            <a:r>
              <a:t>app.js:10 });</a:t>
            </a:r>
          </a:p>
          <a:p>
            <a:pPr>
              <a:spcAft>
                <a:spcPts val="800"/>
              </a:spcAft>
              <a:defRPr sz="1800"/>
            </a:pPr>
            <a:r>
              <a:t>app.js:11 </a:t>
            </a:r>
          </a:p>
          <a:p>
            <a:pPr>
              <a:spcAft>
                <a:spcPts val="800"/>
              </a:spcAft>
              <a:defRPr sz="1800"/>
            </a:pPr>
            <a:r>
              <a:t>app.js:12 app.post('/submit', (req, res) =&gt; {</a:t>
            </a:r>
          </a:p>
          <a:p>
            <a:pPr>
              <a:spcAft>
                <a:spcPts val="800"/>
              </a:spcAft>
              <a:defRPr sz="1800"/>
            </a:pPr>
            <a:r>
              <a:t>app.js:13   // Values are received from the HTML form.</a:t>
            </a:r>
          </a:p>
          <a:p>
            <a:pPr>
              <a:spcAft>
                <a:spcPts val="800"/>
              </a:spcAft>
              <a:defRPr sz="1800"/>
            </a:pPr>
            <a:r>
              <a:t>app.js:14   const name = req.body.name || 'Guest';</a:t>
            </a:r>
          </a:p>
          <a:p>
            <a:pPr>
              <a:spcAft>
                <a:spcPts val="800"/>
              </a:spcAft>
              <a:defRPr sz="1800"/>
            </a:pPr>
            <a:r>
              <a:t>app.js:15   const course = req.body.course || 'Not selected';</a:t>
            </a:r>
          </a:p>
          <a:p>
            <a:pPr>
              <a:spcAft>
                <a:spcPts val="800"/>
              </a:spcAft>
              <a:defRPr sz="1800"/>
            </a:pPr>
            <a:r>
              <a:t>app.js:16   res.render('index', { title: 'Form Result', message: `Hello ${name}. Course: ${course}` });</a:t>
            </a:r>
          </a:p>
          <a:p>
            <a:pPr>
              <a:spcAft>
                <a:spcPts val="800"/>
              </a:spcAft>
              <a:defRPr sz="1800"/>
            </a:pPr>
            <a:r>
              <a:t>app.js:17 });</a:t>
            </a:r>
          </a:p>
          <a:p>
            <a:pPr>
              <a:spcAft>
                <a:spcPts val="800"/>
              </a:spcAft>
              <a:defRPr sz="1800"/>
            </a:pPr>
            <a:r>
              <a:t>app.js:18 </a:t>
            </a:r>
          </a:p>
          <a:p>
            <a:pPr>
              <a:spcAft>
                <a:spcPts val="800"/>
              </a:spcAft>
              <a:defRPr sz="1800"/>
            </a:pPr>
            <a:r>
              <a:t>app.js:19 app.listen(PORT, () =&gt; console.log(`Server: http://localhost:${PORT}`));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Runtime / expected output</a:t>
            </a:r>
          </a:p>
        </p:txBody>
      </p:sp>
      <p:pic>
        <p:nvPicPr>
          <p:cNvPr id="3" name="Picture 2" descr="02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From repository root: see 02-express-templating-form-data/README.md</a:t>
            </a:r>
          </a:p>
          <a:p>
            <a:pPr>
              <a:spcAft>
                <a:spcPts val="800"/>
              </a:spcAft>
              <a:defRPr sz="1800"/>
            </a:pPr>
            <a:r>
              <a:t>Keep the terminal open while testing the browser or API.</a:t>
            </a:r>
          </a:p>
          <a:p>
            <a:pPr>
              <a:spcAft>
                <a:spcPts val="800"/>
              </a:spcAft>
              <a:defRPr sz="1800"/>
            </a:pPr>
            <a:r>
              <a:t>For MongoDB, use mongosh or Atlas as described in the README.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Viva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What is the input?</a:t>
            </a:r>
          </a:p>
          <a:p>
            <a:pPr>
              <a:spcAft>
                <a:spcPts val="800"/>
              </a:spcAft>
              <a:defRPr sz="1800"/>
            </a:pPr>
            <a:r>
              <a:t>Which line performs the main operation?</a:t>
            </a:r>
          </a:p>
          <a:p>
            <a:pPr>
              <a:spcAft>
                <a:spcPts val="800"/>
              </a:spcAft>
              <a:defRPr sz="1800"/>
            </a:pPr>
            <a:r>
              <a:t>What is the output?</a:t>
            </a:r>
          </a:p>
          <a:p>
            <a:pPr>
              <a:spcAft>
                <a:spcPts val="800"/>
              </a:spcAft>
              <a:defRPr sz="1800"/>
            </a:pPr>
            <a:r>
              <a:t>What changes if the input is changed?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