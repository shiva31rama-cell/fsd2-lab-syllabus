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ExpressJS Templating, Form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Write a program using a templating engine.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Write a program to work with form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const express = require('express');</a:t>
            </a:r>
            <a:br/>
            <a:r>
              <a:t>  2  const app = express();</a:t>
            </a:r>
            <a:br/>
            <a:r>
              <a:t>  3  const PORT = 3002;</a:t>
            </a:r>
            <a:br/>
            <a:r>
              <a:t>  4  </a:t>
            </a:r>
            <a:br/>
            <a:r>
              <a:t>  5  app.set('view engine', 'ejs'); // Tell Express to use EJS templates.</a:t>
            </a:r>
            <a:br/>
            <a:r>
              <a:t>  6  app.use(express.urlencoded({ extended: true })); // Read form data.</a:t>
            </a:r>
            <a:br/>
            <a:r>
              <a:t>  7  </a:t>
            </a:r>
            <a:br/>
            <a:r>
              <a:t>  8  app.get('/', (req, res) =&gt; {</a:t>
            </a:r>
            <a:br/>
            <a:r>
              <a:t>  9    res.render('index', { title: 'FSD2 Form', message: '' });</a:t>
            </a:r>
            <a:br/>
            <a:r>
              <a:t> 10  });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11–19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</a:t>
            </a:r>
            <a:br/>
            <a:r>
              <a:t> 12  app.post('/submit', (req, res) =&gt; {</a:t>
            </a:r>
            <a:br/>
            <a:r>
              <a:t> 13    // Values are received from the HTML form.</a:t>
            </a:r>
            <a:br/>
            <a:r>
              <a:t> 14    const name = req.body.name || 'Guest';</a:t>
            </a:r>
            <a:br/>
            <a:r>
              <a:t> 15    const course = req.body.course || 'Not selected';</a:t>
            </a:r>
            <a:br/>
            <a:r>
              <a:t> 16    res.render('index', { title: 'Form Result', message: `Hello ${name}. Course: ${course}` });</a:t>
            </a:r>
            <a:br/>
            <a:r>
              <a:t> 17  });</a:t>
            </a:r>
            <a:br/>
            <a:r>
              <a:t> 18  </a:t>
            </a:r>
            <a:br/>
            <a:r>
              <a:t> 19  app.listen(PORT, () =&gt; console.log(`Server: http://localhost:${PORT}`));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ExpressJS Templating, Form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