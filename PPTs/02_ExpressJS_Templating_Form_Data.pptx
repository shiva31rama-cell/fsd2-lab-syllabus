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FSD2 LAB • EXPERIMENT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10698480" cy="1600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3800" b="1">
                <a:solidFill>
                  <a:srgbClr val="1B2B4B"/>
                </a:solidFill>
                <a:latin typeface="Aptos"/>
              </a:defRPr>
            </a:pPr>
            <a:r>
              <a:t>ExpressJS Templating, Form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93008"/>
            <a:ext cx="10424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900" b="0">
                <a:solidFill>
                  <a:srgbClr val="666E7A"/>
                </a:solidFill>
                <a:latin typeface="Aptos"/>
              </a:defRPr>
            </a:pPr>
            <a:r>
              <a:t>Simple explanation • Clean code • Runtime pathway • Viva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600" b="1">
                <a:solidFill>
                  <a:srgbClr val="305D9C"/>
                </a:solidFill>
                <a:latin typeface="Aptos"/>
              </a:defRPr>
            </a:pPr>
            <a:r>
              <a:t>FSD2 Lab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Write a program using a templating engine.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Write a program to work with form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Input → processing → data/state →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app.js • lines 1–10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 1  const express = require('express');</a:t>
            </a:r>
            <a:br/>
            <a:r>
              <a:t>  2  const app = express();</a:t>
            </a:r>
            <a:br/>
            <a:r>
              <a:t>  3  const PORT = 3002;</a:t>
            </a:r>
            <a:br/>
            <a:r>
              <a:t>  4  </a:t>
            </a:r>
            <a:br/>
            <a:r>
              <a:t>  5  app.set('view engine', 'ejs'); // Tell Express to use EJS templates.</a:t>
            </a:r>
            <a:br/>
            <a:r>
              <a:t>  6  app.use(express.urlencoded({ extended: true })); // Read form data.</a:t>
            </a:r>
            <a:br/>
            <a:r>
              <a:t>  7  </a:t>
            </a:r>
            <a:br/>
            <a:r>
              <a:t>  8  app.get('/', (req, res) =&gt; {</a:t>
            </a:r>
            <a:br/>
            <a:r>
              <a:t>  9    res.render('index', { title: 'FSD2 Form', message: '' });</a:t>
            </a:r>
            <a:br/>
            <a:r>
              <a:t> 10  });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app.js • lines 11–19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11  </a:t>
            </a:r>
            <a:br/>
            <a:r>
              <a:t> 12  app.post('/submit', (req, res) =&gt; {</a:t>
            </a:r>
            <a:br/>
            <a:r>
              <a:t> 13    // Values are received from the HTML form.</a:t>
            </a:r>
            <a:br/>
            <a:r>
              <a:t> 14    const name = req.body.name || 'Guest';</a:t>
            </a:r>
            <a:br/>
            <a:r>
              <a:t> 15    const course = req.body.course || 'Not selected';</a:t>
            </a:r>
            <a:br/>
            <a:r>
              <a:t> 16    res.render('index', { title: 'Form Result', message: `Hello ${name}. Course: ${course}` });</a:t>
            </a:r>
            <a:br/>
            <a:r>
              <a:t> 17  });</a:t>
            </a:r>
            <a:br/>
            <a:r>
              <a:t> 18  </a:t>
            </a:r>
            <a:br/>
            <a:r>
              <a:t> 19  app.listen(PORT, () =&gt; console.log(`Server: http://localhost:${PORT}`));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Runtime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Start → enter input → execute → observe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ExpressJS Templating, Form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Enter the sample values or open the required page /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2A7A59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The Express route, React component, hook, or MongoDB command performs the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D67E2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Check the browser, terminal, API response, or database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3657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1B2B4B"/>
                </a:solidFill>
                <a:latin typeface="Aptos"/>
              </a:defRPr>
            </a:pPr>
            <a:r>
              <a:t>Verification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36168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No syntax errors appear in the terminal.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1091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00176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requested feature responds to the input.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5099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64184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displayed / returned value matches the operation.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Viva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is the purpose of this experiment?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input is required?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line or command performs the main operation?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output should you observe?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happens when the input changes?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