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05 — ReactJS, HTML, JSX and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Render React into the HTML root element.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Display JavaScript values inside JSX.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Create function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Create a class component.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Reuse StudentCard as a child component.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Pass student information through props.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React heading.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function component card.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class component card.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StudentCard showing the supplied props.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main.jsx — application entry point and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StudentCard.jsx — reusable component.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index.html — React root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05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05 — ReactJS, HTML, JSX and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