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FSD2 LAB • EXPERIMENT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27632"/>
            <a:ext cx="10698480" cy="1600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3800" b="1">
                <a:solidFill>
                  <a:srgbClr val="1B2B4B"/>
                </a:solidFill>
                <a:latin typeface="Aptos"/>
              </a:defRPr>
            </a:pPr>
            <a:r>
              <a:t>Experiment 02 — ExpressJS Templating and Form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93008"/>
            <a:ext cx="10424160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900" b="0">
                <a:solidFill>
                  <a:srgbClr val="666E7A"/>
                </a:solidFill>
                <a:latin typeface="Aptos"/>
              </a:defRPr>
            </a:pPr>
            <a:r>
              <a:t>Simple explanation • Clean code • Runtime pathway • Viva preparation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0644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600" b="1">
                <a:solidFill>
                  <a:srgbClr val="305D9C"/>
                </a:solidFill>
                <a:latin typeface="Aptos"/>
              </a:defRPr>
            </a:pPr>
            <a:r>
              <a:t>FSD2 Lab Materials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Syllabus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408176"/>
            <a:ext cx="1024128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`app.js`: configures EJS, reads form data using `express.urlencoded()`,</a:t>
            </a:r>
            <a:br/>
            <a:r>
              <a:t>defines `GET /` and `POST /submit`, and calls `res.render()`.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21991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21284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`views/index.ejs`: displays the form and server-provided title/message.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2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Input → processing → data/state → output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app.js • lines 1–10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 1  /**</a:t>
            </a:r>
            <a:br/>
            <a:r>
              <a:t>  2   * Experiment 02: ExpressJS Templating and Form Data</a:t>
            </a:r>
            <a:br/>
            <a:r>
              <a:t>  3   *</a:t>
            </a:r>
            <a:br/>
            <a:r>
              <a:t>  4   * What it demonstrates:</a:t>
            </a:r>
            <a:br/>
            <a:r>
              <a:t>  5   * - EJS templating</a:t>
            </a:r>
            <a:br/>
            <a:r>
              <a:t>  6   * - HTML form handling</a:t>
            </a:r>
            <a:br/>
            <a:r>
              <a:t>  7   * - GET and POST routes</a:t>
            </a:r>
            <a:br/>
            <a:r>
              <a:t>  8   * - Passing data from Express to an EJS view</a:t>
            </a:r>
            <a:br/>
            <a:r>
              <a:t>  9   */</a:t>
            </a:r>
            <a:br/>
            <a:r>
              <a:t> 10 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app.js • lines 11–20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11  const express = require('express');</a:t>
            </a:r>
            <a:br/>
            <a:r>
              <a:t> 12  </a:t>
            </a:r>
            <a:br/>
            <a:r>
              <a:t> 13  const app = express();</a:t>
            </a:r>
            <a:br/>
            <a:r>
              <a:t> 14  const PORT = 3002;</a:t>
            </a:r>
            <a:br/>
            <a:r>
              <a:t> 15  </a:t>
            </a:r>
            <a:br/>
            <a:r>
              <a:t> 16  // ------------------------------------------------------------</a:t>
            </a:r>
            <a:br/>
            <a:r>
              <a:t> 17  // Configuration and middleware</a:t>
            </a:r>
            <a:br/>
            <a:r>
              <a:t> 18  // ------------------------------------------------------------</a:t>
            </a:r>
            <a:br/>
            <a:r>
              <a:t> 19  </a:t>
            </a:r>
            <a:br/>
            <a:r>
              <a:t> 20  app.set('view engine', 'ejs');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Runtime walkthrough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2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Start → enter input → execute → observe output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Expected result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Experiment 02 — ExpressJS Templating and Form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Enter the sample values or open the required page / route.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7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2A7A59"/>
                </a:solidFill>
                <a:latin typeface="Aptos"/>
              </a:defRPr>
            </a:pPr>
            <a:r>
              <a:t>PROCESS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7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The Express route, React component, hook, or MongoDB command performs the task.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504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D67E2D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504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Check the browser, terminal, API response, or database result.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94760"/>
            <a:ext cx="36576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1B2B4B"/>
                </a:solidFill>
                <a:latin typeface="Aptos"/>
              </a:defRPr>
            </a:pPr>
            <a:r>
              <a:t>Verification checklist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7083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36168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No syntax errors appear in the terminal.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1091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500176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requested feature responds to the input.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65099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564184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displayed / returned value matches the operation.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Viva preparation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is the purpose of this experiment?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input is required?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268833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line or command performs the main operation?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3756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32841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output should you observe?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97764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96849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happens when the input changes?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