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02 — ExpressJS Templating and Form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an HTML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Accept name and course values.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Read POST form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Send the submitted values back to the EJS template.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a dynamic result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app.js — Express configuration and routes.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views/index.ejs — readable EJS template.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02: ExpressJS Templating and Form Data</a:t>
            </a:r>
            <a:br/>
            <a:r>
              <a:t>  3   *</a:t>
            </a:r>
            <a:br/>
            <a:r>
              <a:t>  4   * What it demonstrates:</a:t>
            </a:r>
            <a:br/>
            <a:r>
              <a:t>  5   * - EJS templating</a:t>
            </a:r>
            <a:br/>
            <a:r>
              <a:t>  6   * - HTML form handling</a:t>
            </a:r>
            <a:br/>
            <a:r>
              <a:t>  7   * - GET and POST routes</a:t>
            </a:r>
            <a:br/>
            <a:r>
              <a:t>  8   * - Passing data from Express to an EJS view</a:t>
            </a:r>
            <a:br/>
            <a:r>
              <a:t>  9   */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const express = require('express');</a:t>
            </a:r>
            <a:br/>
            <a:r>
              <a:t> 12  </a:t>
            </a:r>
            <a:br/>
            <a:r>
              <a:t> 13  const app = express();</a:t>
            </a:r>
            <a:br/>
            <a:r>
              <a:t> 14  const PORT = 3002;</a:t>
            </a:r>
            <a:br/>
            <a:r>
              <a:t> 15  </a:t>
            </a:r>
            <a:br/>
            <a:r>
              <a:t> 16  // ------------------------------------------------------------</a:t>
            </a:r>
            <a:br/>
            <a:r>
              <a:t> 17  // Configuration and middleware</a:t>
            </a:r>
            <a:br/>
            <a:r>
              <a:t> 18  // ------------------------------------------------------------</a:t>
            </a:r>
            <a:br/>
            <a:r>
              <a:t> 19  </a:t>
            </a:r>
            <a:br/>
            <a:r>
              <a:t> 20  app.set('view engine', 'ejs');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02 — ExpressJS Templating and Form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