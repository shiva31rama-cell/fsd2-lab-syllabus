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ReactJS Hooks and Sharing Data Between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Understand the importance of using hooks.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Share data between components.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html&gt;&lt;html&gt;&lt;head&gt;&lt;meta charset="UTF-8"&gt;&lt;meta name="viewport"</a:t>
            </a:r>
            <a:br/>
            <a:r>
              <a:t>         content="width=device-width,initial-scale=1"&gt;&lt;title&gt;FSD2 React Experiment</a:t>
            </a:r>
            <a:br/>
            <a:r>
              <a:t>         09&lt;/title&gt;&lt;/head&gt;&lt;body&gt;&lt;div id="root"&gt;&lt;/div&gt;&lt;script type="module"</a:t>
            </a:r>
            <a:br/>
            <a:r>
              <a:t>        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main.jsx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import React, { createContext, useContext, useEffect, useState } from 'react';</a:t>
            </a:r>
            <a:br/>
            <a:r>
              <a:t>  2  import { createRoot } from 'react-dom/client';</a:t>
            </a:r>
            <a:br/>
            <a:r>
              <a:t>  3  </a:t>
            </a:r>
            <a:br/>
            <a:r>
              <a:t>  4  const NameContext = createContext('Guest');</a:t>
            </a:r>
            <a:br/>
            <a:r>
              <a:t>  5  </a:t>
            </a:r>
            <a:br/>
            <a:r>
              <a:t>  6  function Child() {</a:t>
            </a:r>
            <a:br/>
            <a:r>
              <a:t>  7    const name = useContext(NameContext); // Read shared data without prop drilling.</a:t>
            </a:r>
            <a:br/>
            <a:r>
              <a:t>  8    return &lt;p&gt;Child component received shared name: &lt;b&gt;{name}&lt;/b&gt;&lt;/p&gt;;</a:t>
            </a:r>
            <a:br/>
            <a:r>
              <a:t>  9  }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ReactJS Hooks and Sharing Data Between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