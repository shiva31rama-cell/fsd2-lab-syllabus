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ReactJS Hooks and Sharing Data Between Components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9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Understand the importance of using hooks.</a:t>
            </a:r>
          </a:p>
          <a:p>
            <a:pPr>
              <a:spcAft>
                <a:spcPts val="1000"/>
              </a:spcAft>
              <a:defRPr sz="1800"/>
            </a:pPr>
            <a:r>
              <a:t>Share data between components.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9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index.html:1 &lt;!doctype html&gt;&lt;html&gt;&lt;head&gt;&lt;meta charset="UTF-8"&gt;&lt;meta name="viewport" content="width=device-width,initial-scale=1"&gt;&lt;title&gt;FSD2 React Experiment 09&lt;/title&gt;&lt;/head&gt;&lt;body&gt;&lt;div id="root"&gt;&lt;/div&gt;&lt;script type="module"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9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09-react-hooks-sharing-data/README.md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