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03 — Cookies, Sessions and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a login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Check demo username and password.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Store the logged-in user in a session.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Store a role value in a cookie.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Protect the profile route.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Destroy the session during logout.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03: ExpressJS Cookies, Sessions and Authentication</a:t>
            </a:r>
            <a:br/>
            <a:r>
              <a:t>  3   *</a:t>
            </a:r>
            <a:br/>
            <a:r>
              <a:t>  4   * Demo credentials:</a:t>
            </a:r>
            <a:br/>
            <a:r>
              <a:t>  5   * Username: student</a:t>
            </a:r>
            <a:br/>
            <a:r>
              <a:t>  6   * Password: 1234</a:t>
            </a:r>
            <a:br/>
            <a:r>
              <a:t>  7   *</a:t>
            </a:r>
            <a:br/>
            <a:r>
              <a:t>  8   * What it demonstrates:</a:t>
            </a:r>
            <a:br/>
            <a:r>
              <a:t>  9   * - Form-data handling</a:t>
            </a:r>
            <a:br/>
            <a:r>
              <a:t> 10   * - Cookies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* - Sessions</a:t>
            </a:r>
            <a:br/>
            <a:r>
              <a:t> 12   * - Login and logout</a:t>
            </a:r>
            <a:br/>
            <a:r>
              <a:t> 13   * - Protected profile route</a:t>
            </a:r>
            <a:br/>
            <a:r>
              <a:t> 14   */</a:t>
            </a:r>
            <a:br/>
            <a:r>
              <a:t> 15  </a:t>
            </a:r>
            <a:br/>
            <a:r>
              <a:t> 16  const express = require('express');</a:t>
            </a:r>
            <a:br/>
            <a:r>
              <a:t> 17  const cookieParser = require('cookie-parser');</a:t>
            </a:r>
            <a:br/>
            <a:r>
              <a:t> 18  const session = require('express-session');</a:t>
            </a:r>
            <a:br/>
            <a:r>
              <a:t> 19  </a:t>
            </a:r>
            <a:br/>
            <a:r>
              <a:t> 20  const app = express();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03 — Cookies, Sessions and Authentication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