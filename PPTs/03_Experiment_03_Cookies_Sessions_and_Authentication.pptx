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FSD2 LAB • EXPERIMENT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27632"/>
            <a:ext cx="10698480" cy="1600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3800" b="1">
                <a:solidFill>
                  <a:srgbClr val="1B2B4B"/>
                </a:solidFill>
                <a:latin typeface="Aptos"/>
              </a:defRPr>
            </a:pPr>
            <a:r>
              <a:t>Experiment 03 — Cookies, Sessions and 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93008"/>
            <a:ext cx="104241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900" b="0">
                <a:solidFill>
                  <a:srgbClr val="666E7A"/>
                </a:solidFill>
                <a:latin typeface="Aptos"/>
              </a:defRPr>
            </a:pPr>
            <a:r>
              <a:t>Simple explanation • Clean code • Runtime pathway • Viva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600" b="1">
                <a:solidFill>
                  <a:srgbClr val="305D9C"/>
                </a:solidFill>
                <a:latin typeface="Aptos"/>
              </a:defRPr>
            </a:pPr>
            <a:r>
              <a:t>FSD2 Lab Materials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Syllabus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Display a login 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Check demo username and password.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Store the logged-in user in a session.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3756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32841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Store a role value in a cookie.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7764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96849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Protect the profile route.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Syllabus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Destroy the session during logout.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Input → processing → data/state → 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app.js • lines 1–10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 1  /**</a:t>
            </a:r>
            <a:br/>
            <a:r>
              <a:t>  2   * Experiment 03: ExpressJS Cookies, Sessions and Authentication</a:t>
            </a:r>
            <a:br/>
            <a:r>
              <a:t>  3   *</a:t>
            </a:r>
            <a:br/>
            <a:r>
              <a:t>  4   * Demo credentials:</a:t>
            </a:r>
            <a:br/>
            <a:r>
              <a:t>  5   * Username: student</a:t>
            </a:r>
            <a:br/>
            <a:r>
              <a:t>  6   * Password: 1234</a:t>
            </a:r>
            <a:br/>
            <a:r>
              <a:t>  7   *</a:t>
            </a:r>
            <a:br/>
            <a:r>
              <a:t>  8   * What it demonstrates:</a:t>
            </a:r>
            <a:br/>
            <a:r>
              <a:t>  9   * - Form-data handling</a:t>
            </a:r>
            <a:br/>
            <a:r>
              <a:t> 10   * - Cookies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app.js • lines 11–20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11   * - Sessions</a:t>
            </a:r>
            <a:br/>
            <a:r>
              <a:t> 12   * - Login and logout</a:t>
            </a:r>
            <a:br/>
            <a:r>
              <a:t> 13   * - Protected profile route</a:t>
            </a:r>
            <a:br/>
            <a:r>
              <a:t> 14   */</a:t>
            </a:r>
            <a:br/>
            <a:r>
              <a:t> 15  </a:t>
            </a:r>
            <a:br/>
            <a:r>
              <a:t> 16  const express = require('express');</a:t>
            </a:r>
            <a:br/>
            <a:r>
              <a:t> 17  const cookieParser = require('cookie-parser');</a:t>
            </a:r>
            <a:br/>
            <a:r>
              <a:t> 18  const session = require('express-session');</a:t>
            </a:r>
            <a:br/>
            <a:r>
              <a:t> 19  </a:t>
            </a:r>
            <a:br/>
            <a:r>
              <a:t> 20  const app = express();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Runtime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Start → enter input → execute → observe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Experiment 03 — Cookies, Sessions and Authentication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Enter the sample values or open the required page / route.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2A7A59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The Express route, React component, hook, or MongoDB command performs the task.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D67E2D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Check the browser, terminal, API response, or database result.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3657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1B2B4B"/>
                </a:solidFill>
                <a:latin typeface="Aptos"/>
              </a:defRPr>
            </a:pPr>
            <a:r>
              <a:t>Verification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7083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36168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No syntax errors appear in the terminal.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1091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500176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requested feature responds to the input.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5099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564184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displayed / returned value matches the operation.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Viva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is the purpose of this experiment?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input is required?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line or command performs the main operation?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32841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output should you observe?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4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96849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happens when the input changes?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