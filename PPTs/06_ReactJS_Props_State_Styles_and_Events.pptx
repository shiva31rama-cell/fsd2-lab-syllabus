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ReactJS Props, State, Styles and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Work with props and states.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Add CSS and Sass styling and display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Respond to events.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html&gt;&lt;html&gt;&lt;head&gt;&lt;meta charset="UTF-8"&gt;&lt;meta name="viewport"</a:t>
            </a:r>
            <a:br/>
            <a:r>
              <a:t>         content="width=device-width,initial-scale=1"&gt;&lt;title&gt;FSD2 React Experiment</a:t>
            </a:r>
            <a:br/>
            <a:r>
              <a:t>         06&lt;/title&gt;&lt;/head&gt;&lt;body&gt;&lt;div id="root"&gt;&lt;/div&gt;&lt;script type="module"</a:t>
            </a:r>
            <a:br/>
            <a:r>
              <a:t>        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App.scss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// Change this one variable to update the main theme color.</a:t>
            </a:r>
            <a:br/>
            <a:r>
              <a:t>  2  $primary-color: #6c5ce7;</a:t>
            </a:r>
            <a:br/>
            <a:r>
              <a:t>  3  </a:t>
            </a:r>
            <a:br/>
            <a:r>
              <a:t>  4  :root {</a:t>
            </a:r>
            <a:br/>
            <a:r>
              <a:t>  5    --primary-color: #{$primary-color};</a:t>
            </a:r>
            <a:br/>
            <a:r>
              <a:t>  6  }</a:t>
            </a:r>
            <a:br/>
            <a:r>
              <a:t>  7  </a:t>
            </a:r>
            <a:br/>
            <a:r>
              <a:t>  8  .app {</a:t>
            </a:r>
            <a:br/>
            <a:r>
              <a:t>  9    font-family: Arial, sans-serif;</a:t>
            </a:r>
            <a:br/>
            <a:r>
              <a:t> 10    max-width: 800px;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ReactJS Props, State, Styles and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