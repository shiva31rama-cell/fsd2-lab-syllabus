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FSD2 LAB • EXPERIMENT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698480" cy="1600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3800" b="1">
                <a:solidFill>
                  <a:srgbClr val="1B2B4B"/>
                </a:solidFill>
                <a:latin typeface="Aptos"/>
              </a:defRPr>
            </a:pPr>
            <a:r>
              <a:t>ReactJS Props, State, Styles and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93008"/>
            <a:ext cx="10424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900" b="0">
                <a:solidFill>
                  <a:srgbClr val="666E7A"/>
                </a:solidFill>
                <a:latin typeface="Aptos"/>
              </a:defRPr>
            </a:pPr>
            <a:r>
              <a:t>Simple explanation • Clean code • Runtime pathway • Viva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1">
                <a:solidFill>
                  <a:srgbClr val="305D9C"/>
                </a:solidFill>
                <a:latin typeface="Aptos"/>
              </a:defRPr>
            </a:pPr>
            <a:r>
              <a:t>FSD2 Lab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Work with props and states.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Add CSS and Sass styling and display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Respond to events.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Input → processing → data/state →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index.html • lines 1–1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&lt;!doctype html&gt;&lt;html&gt;&lt;head&gt;&lt;meta charset="UTF-8"&gt;&lt;meta name="viewport"</a:t>
            </a:r>
            <a:br/>
            <a:r>
              <a:t>         content="width=device-width,initial-scale=1"&gt;&lt;title&gt;FSD2 React Experiment</a:t>
            </a:r>
            <a:br/>
            <a:r>
              <a:t>         06&lt;/title&gt;&lt;/head&gt;&lt;body&gt;&lt;div id="root"&gt;&lt;/div&gt;&lt;script type="module"</a:t>
            </a:r>
            <a:br/>
            <a:r>
              <a:t>         src="/src/main.jsx"&gt;&lt;/script&gt;&lt;/body&gt;&lt;/html&gt;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App.scss • lines 1–10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// Change this one variable to update the main theme color.</a:t>
            </a:r>
            <a:br/>
            <a:r>
              <a:t>  2  $primary-color: #6c5ce7;</a:t>
            </a:r>
            <a:br/>
            <a:r>
              <a:t>  3  </a:t>
            </a:r>
            <a:br/>
            <a:r>
              <a:t>  4  :root {</a:t>
            </a:r>
            <a:br/>
            <a:r>
              <a:t>  5    --primary-color: #{$primary-color};</a:t>
            </a:r>
            <a:br/>
            <a:r>
              <a:t>  6  }</a:t>
            </a:r>
            <a:br/>
            <a:r>
              <a:t>  7  </a:t>
            </a:r>
            <a:br/>
            <a:r>
              <a:t>  8  .app {</a:t>
            </a:r>
            <a:br/>
            <a:r>
              <a:t>  9    font-family: Arial, sans-serif;</a:t>
            </a:r>
            <a:br/>
            <a:r>
              <a:t> 10    max-width: 800px;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Runtime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Start → enter input → execute → observe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ReactJS Props, State, Styles and Events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Enter the sample values or open the required page /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2A7A59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The Express route, React component, hook, or MongoDB command performs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D67E2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Check the browser, terminal, API response, or database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1B2B4B"/>
                </a:solidFill>
                <a:latin typeface="Aptos"/>
              </a:defRPr>
            </a:pPr>
            <a:r>
              <a:t>Verification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6168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No syntax errors appear in the terminal.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1091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00176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requested feature responds to the input.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5099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64184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displayed / returned value matches the operation.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Viva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is the purpose of this experiment?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input is required?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line or command performs the main operation?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output should you observe?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happens when the input changes?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