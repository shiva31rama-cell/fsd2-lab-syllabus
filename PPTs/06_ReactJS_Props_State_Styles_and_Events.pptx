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2800"/>
            </a:pPr>
            <a:r>
              <a:t>ReactJS Props, State, Styles and Events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FSD2 Lab • Experiment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Syllabus tasks</a:t>
            </a:r>
          </a:p>
        </p:txBody>
      </p:sp>
      <p:pic>
        <p:nvPicPr>
          <p:cNvPr id="3" name="Picture 2" descr="06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6949440" cy="39090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371600"/>
            <a:ext cx="3840480" cy="4663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Work with props and states.</a:t>
            </a:r>
          </a:p>
          <a:p>
            <a:pPr>
              <a:spcAft>
                <a:spcPts val="1000"/>
              </a:spcAft>
              <a:defRPr sz="1800"/>
            </a:pPr>
            <a:r>
              <a:t>Add CSS and Sass styling and display data.</a:t>
            </a:r>
          </a:p>
          <a:p>
            <a:pPr>
              <a:spcAft>
                <a:spcPts val="1000"/>
              </a:spcAft>
              <a:defRPr sz="1800"/>
            </a:pPr>
            <a:r>
              <a:t>Respond to events.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How it works</a:t>
            </a:r>
          </a:p>
        </p:txBody>
      </p:sp>
      <p:pic>
        <p:nvPicPr>
          <p:cNvPr id="3" name="Picture 2" descr="06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Code pathway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index.html:1 &lt;!doctype html&gt;&lt;html&gt;&lt;head&gt;&lt;meta charset="UTF-8"&gt;&lt;meta name="viewport" content="width=device-width,initial-scale=1"&gt;&lt;title&gt;FSD2 React Experiment 06&lt;/title&gt;&lt;/head&gt;&lt;body&gt;&lt;div id="root"&gt;&lt;/div&gt;&lt;script type="module" src="/src/main.jsx"&gt;&lt;/script&gt;&lt;/body&gt;&lt;/html&gt;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Runtime / expected output</a:t>
            </a:r>
          </a:p>
        </p:txBody>
      </p:sp>
      <p:pic>
        <p:nvPicPr>
          <p:cNvPr id="3" name="Picture 2" descr="06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Run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From repository root: see 06-react-props-states-styles-events/README.md</a:t>
            </a:r>
          </a:p>
          <a:p>
            <a:pPr>
              <a:spcAft>
                <a:spcPts val="800"/>
              </a:spcAft>
              <a:defRPr sz="1800"/>
            </a:pPr>
            <a:r>
              <a:t>Keep the terminal open while testing the browser or API.</a:t>
            </a:r>
          </a:p>
          <a:p>
            <a:pPr>
              <a:spcAft>
                <a:spcPts val="800"/>
              </a:spcAft>
              <a:defRPr sz="1800"/>
            </a:pPr>
            <a:r>
              <a:t>For MongoDB, use mongosh or Atlas as described in the README.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/>
            </a:pPr>
            <a:r>
              <a:t>Viva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/>
            </a:pPr>
            <a:r>
              <a:t>What is the input?</a:t>
            </a:r>
          </a:p>
          <a:p>
            <a:pPr>
              <a:spcAft>
                <a:spcPts val="800"/>
              </a:spcAft>
              <a:defRPr sz="1800"/>
            </a:pPr>
            <a:r>
              <a:t>Which line performs the main operation?</a:t>
            </a:r>
          </a:p>
          <a:p>
            <a:pPr>
              <a:spcAft>
                <a:spcPts val="800"/>
              </a:spcAft>
              <a:defRPr sz="1800"/>
            </a:pPr>
            <a:r>
              <a:t>What is the output?</a:t>
            </a:r>
          </a:p>
          <a:p>
            <a:pPr>
              <a:spcAft>
                <a:spcPts val="800"/>
              </a:spcAft>
              <a:defRPr sz="1800"/>
            </a:pPr>
            <a:r>
              <a:t>What changes if the input is changed?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