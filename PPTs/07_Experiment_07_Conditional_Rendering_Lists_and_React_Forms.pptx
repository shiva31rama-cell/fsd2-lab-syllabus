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Experiment 07 — Conditional Rendering, Lists and React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8961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**Part (a), Conditional rendering:** ternary expression, logical AND,</a:t>
            </a:r>
            <a:br/>
            <a:r>
              <a:t>role selector and alternate panel text. Toggle details to show/hide a</a:t>
            </a:r>
            <a:br/>
            <a:r>
              <a:t>message.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78024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68880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**Part (b), Lists:** map students to list items, filter by branch,</a:t>
            </a:r>
            <a:br/>
            <a:r>
              <a:t>remove a student immutably.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82696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73552"/>
            <a:ext cx="10241280" cy="8961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**Part (c), Forms:** controlled</a:t>
            </a:r>
            <a:br/>
            <a:r>
              <a:t>text/email/password/number/date/select/radio/checkbox/textarea fields;</a:t>
            </a:r>
            <a:br/>
            <a:r>
              <a:t>submit validation; reset.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</a:t>
            </a:r>
            <a:br/>
            <a:r>
              <a:t>  2  &lt;html lang="en"&gt;</a:t>
            </a:r>
            <a:br/>
            <a:r>
              <a:t>  3    &lt;head&gt;</a:t>
            </a:r>
            <a:br/>
            <a:r>
              <a:t>  4      &lt;meta charset="UTF-8" /&gt;</a:t>
            </a:r>
            <a:br/>
            <a:r>
              <a:t>  5  </a:t>
            </a:r>
            <a:br/>
            <a:r>
              <a:t>  6      &lt;meta</a:t>
            </a:r>
            <a:br/>
            <a:r>
              <a:t>  7        name="viewport"</a:t>
            </a:r>
            <a:br/>
            <a:r>
              <a:t>  8        content="width=device-width, initial-scale=1.0"</a:t>
            </a:r>
            <a:br/>
            <a:r>
              <a:t>  9      /&gt;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  &lt;title&gt;</a:t>
            </a:r>
            <a:br/>
            <a:r>
              <a:t> 12        FSD2 React Experiment 07</a:t>
            </a:r>
            <a:br/>
            <a:r>
              <a:t> 13      &lt;/title&gt;</a:t>
            </a:r>
            <a:br/>
            <a:r>
              <a:t> 14    &lt;/head&gt;</a:t>
            </a:r>
            <a:br/>
            <a:r>
              <a:t> 15  </a:t>
            </a:r>
            <a:br/>
            <a:r>
              <a:t> 16    &lt;body&gt;</a:t>
            </a:r>
            <a:br/>
            <a:r>
              <a:t> 17      &lt;div id="root"&gt;&lt;/div&gt;</a:t>
            </a:r>
            <a:br/>
            <a:r>
              <a:t> 18  </a:t>
            </a:r>
            <a:br/>
            <a:r>
              <a:t> 19      &lt;script</a:t>
            </a:r>
            <a:br/>
            <a:r>
              <a:t> 20        type="module"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07 — Conditional Rendering, Lists and React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