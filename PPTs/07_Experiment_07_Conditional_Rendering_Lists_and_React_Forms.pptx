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Experiment 07 — Conditional Rendering, Lists and React 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Show or hide a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Render a student list using map().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Track input values with useState().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Display a live greeting while typing.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Handle a form submission.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Read the selected course.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</a:t>
            </a:r>
            <a:br/>
            <a:r>
              <a:t>  2  &lt;html lang="en"&gt;</a:t>
            </a:r>
            <a:br/>
            <a:r>
              <a:t>  3    &lt;head&gt;</a:t>
            </a:r>
            <a:br/>
            <a:r>
              <a:t>  4      &lt;meta charset="UTF-8" /&gt;</a:t>
            </a:r>
            <a:br/>
            <a:r>
              <a:t>  5  </a:t>
            </a:r>
            <a:br/>
            <a:r>
              <a:t>  6      &lt;meta</a:t>
            </a:r>
            <a:br/>
            <a:r>
              <a:t>  7        name="viewport"</a:t>
            </a:r>
            <a:br/>
            <a:r>
              <a:t>  8        content="width=device-width, initial-scale=1.0"</a:t>
            </a:r>
            <a:br/>
            <a:r>
              <a:t>  9      /&gt;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   &lt;title&gt;</a:t>
            </a:r>
            <a:br/>
            <a:r>
              <a:t> 12        FSD2 React Experiment 07</a:t>
            </a:r>
            <a:br/>
            <a:r>
              <a:t> 13      &lt;/title&gt;</a:t>
            </a:r>
            <a:br/>
            <a:r>
              <a:t> 14    &lt;/head&gt;</a:t>
            </a:r>
            <a:br/>
            <a:r>
              <a:t> 15  </a:t>
            </a:r>
            <a:br/>
            <a:r>
              <a:t> 16    &lt;body&gt;</a:t>
            </a:r>
            <a:br/>
            <a:r>
              <a:t> 17      &lt;div id="root"&gt;&lt;/div&gt;</a:t>
            </a:r>
            <a:br/>
            <a:r>
              <a:t> 18  </a:t>
            </a:r>
            <a:br/>
            <a:r>
              <a:t> 19      &lt;script</a:t>
            </a:r>
            <a:br/>
            <a:r>
              <a:t> 20        type="module"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07 — Conditional Rendering, Lists and React Forms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