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07 — Conditional Rendering, Lists and React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8961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**Part (a), Conditional rendering:** ternary expression, logical AND,</a:t>
            </a:r>
            <a:br/>
            <a:r>
              <a:t>role selector and alternate panel text. Toggle details to show/hide a</a:t>
            </a:r>
            <a:br/>
            <a:r>
              <a:t>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78024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68880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**Part (b), Lists:** map students to list items, filter by branch,</a:t>
            </a:r>
            <a:br/>
            <a:r>
              <a:t>remove a student immutably.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82696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273552"/>
            <a:ext cx="10241280" cy="8961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**Part (c), Forms:** controlled</a:t>
            </a:r>
            <a:br/>
            <a:r>
              <a:t>text/email/password/number/date/select/radio/checkbox/textarea fields;</a:t>
            </a:r>
            <a:br/>
            <a:r>
              <a:t>submit validation; reset.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Experiment 07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07 — Conditional Rendering, Lists and React 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