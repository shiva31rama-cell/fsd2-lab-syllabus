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FSD2 LAB • EXPERIMENT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10698480" cy="1600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3800" b="1">
                <a:solidFill>
                  <a:srgbClr val="1B2B4B"/>
                </a:solidFill>
                <a:latin typeface="Aptos"/>
              </a:defRPr>
            </a:pPr>
            <a:r>
              <a:t>Experiment 04 — ExpressJS, Mongoose, CRUD and REST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93008"/>
            <a:ext cx="104241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900" b="0">
                <a:solidFill>
                  <a:srgbClr val="666E7A"/>
                </a:solidFill>
                <a:latin typeface="Aptos"/>
              </a:defRPr>
            </a:pPr>
            <a:r>
              <a:t>Simple explanation • Clean code • Runtime pathway • Viva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600" b="1">
                <a:solidFill>
                  <a:srgbClr val="305D9C"/>
                </a:solidFill>
                <a:latin typeface="Aptos"/>
              </a:defRPr>
            </a:pPr>
            <a:r>
              <a:t>FSD2 Lab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Connect to MongoDB.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Define a Product schema.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Create products.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Read all products.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Update a product.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Delete a product.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Display the API data in a simple browser page using fetch().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4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Input → processing → data/state → output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server.js • lines 1–10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/**</a:t>
            </a:r>
            <a:br/>
            <a:r>
              <a:t>  2   * Experiment 04: ExpressJS + Mongoose + CRUD + REST API</a:t>
            </a:r>
            <a:br/>
            <a:r>
              <a:t>  3   *</a:t>
            </a:r>
            <a:br/>
            <a:r>
              <a:t>  4   * What it demonstrates:</a:t>
            </a:r>
            <a:br/>
            <a:r>
              <a:t>  5   * - MongoDB connection using Mongoose</a:t>
            </a:r>
            <a:br/>
            <a:r>
              <a:t>  6   * - Mongoose schema and model</a:t>
            </a:r>
            <a:br/>
            <a:r>
              <a:t>  7   * - GET, POST, PUT and DELETE REST endpoints</a:t>
            </a:r>
            <a:br/>
            <a:r>
              <a:t>  8   * - A simple browser page that consumes the REST API</a:t>
            </a:r>
            <a:br/>
            <a:r>
              <a:t>  9   */</a:t>
            </a:r>
            <a:br/>
            <a:r>
              <a:t> 10 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server.js • lines 11–20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11  const express = require('express');</a:t>
            </a:r>
            <a:br/>
            <a:r>
              <a:t> 12  const mongoose = require('mongoose');</a:t>
            </a:r>
            <a:br/>
            <a:r>
              <a:t> 13  </a:t>
            </a:r>
            <a:br/>
            <a:r>
              <a:t> 14  const app = express();</a:t>
            </a:r>
            <a:br/>
            <a:r>
              <a:t> 15  </a:t>
            </a:r>
            <a:br/>
            <a:r>
              <a:t> 16  const PORT = 3004;</a:t>
            </a:r>
            <a:br/>
            <a:r>
              <a:t> 17  const MONGO_URI =</a:t>
            </a:r>
            <a:br/>
            <a:r>
              <a:t> 18    process.env.MONGO_URI ||</a:t>
            </a:r>
            <a:br/>
            <a:r>
              <a:t> 19    'mongodb://127.0.0.1:27017/fsd2lab';</a:t>
            </a:r>
            <a:br/>
            <a:r>
              <a:t> 20 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Runtime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4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Start → enter input → execute → observe output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Expected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Experiment 04 — ExpressJS, Mongoose, CRUD and REST 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Enter the sample values or open the required page / route.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7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2A7A59"/>
                </a:solidFill>
                <a:latin typeface="Aptos"/>
              </a:defRPr>
            </a:pPr>
            <a:r>
              <a:t>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The Express route, React component, hook, or MongoDB command performs the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D67E2D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Check the browser, terminal, API response, or database result.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3657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1B2B4B"/>
                </a:solidFill>
                <a:latin typeface="Aptos"/>
              </a:defRPr>
            </a:pPr>
            <a:r>
              <a:t>Verification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7083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36168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No syntax errors appear in the terminal.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1091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500176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requested feature responds to the input.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5099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64184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displayed / returned value matches the operation.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Viva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is the purpose of this experiment?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input is required?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line or command performs the main operation?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output should you observe?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happens when the input changes?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