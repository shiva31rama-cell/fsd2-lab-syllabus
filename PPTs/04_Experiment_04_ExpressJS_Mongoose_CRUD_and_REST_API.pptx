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800" b="1">
                <a:solidFill>
                  <a:srgbClr val="1B2B4B"/>
                </a:solidFill>
                <a:latin typeface="Aptos"/>
              </a:defRPr>
            </a:pPr>
            <a:r>
              <a:t>Experiment 04 — ExpressJS, Mongoose, CRUD and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Connect to MongoDB.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Define a Product schema.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Create products.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Read all products.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Update a product.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Delete a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Display the API data in a simple browser page using fetch().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server.js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/**</a:t>
            </a:r>
            <a:br/>
            <a:r>
              <a:t>  2   * Experiment 04: ExpressJS + Mongoose + CRUD + REST API</a:t>
            </a:r>
            <a:br/>
            <a:r>
              <a:t>  3   *</a:t>
            </a:r>
            <a:br/>
            <a:r>
              <a:t>  4   * What it demonstrates:</a:t>
            </a:r>
            <a:br/>
            <a:r>
              <a:t>  5   * - MongoDB connection using Mongoose</a:t>
            </a:r>
            <a:br/>
            <a:r>
              <a:t>  6   * - Mongoose schema and model</a:t>
            </a:r>
            <a:br/>
            <a:r>
              <a:t>  7   * - GET, POST, PUT and DELETE REST endpoints</a:t>
            </a:r>
            <a:br/>
            <a:r>
              <a:t>  8   * - A simple browser page that consumes the REST API</a:t>
            </a:r>
            <a:br/>
            <a:r>
              <a:t>  9   */</a:t>
            </a:r>
            <a:br/>
            <a:r>
              <a:t> 10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server.js • lines 11–20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const express = require('express');</a:t>
            </a:r>
            <a:br/>
            <a:r>
              <a:t> 12  const mongoose = require('mongoose');</a:t>
            </a:r>
            <a:br/>
            <a:r>
              <a:t> 13  </a:t>
            </a:r>
            <a:br/>
            <a:r>
              <a:t> 14  const app = express();</a:t>
            </a:r>
            <a:br/>
            <a:r>
              <a:t> 15  </a:t>
            </a:r>
            <a:br/>
            <a:r>
              <a:t> 16  const PORT = 3004;</a:t>
            </a:r>
            <a:br/>
            <a:r>
              <a:t> 17  const MONGO_URI =</a:t>
            </a:r>
            <a:br/>
            <a:r>
              <a:t> 18    process.env.MONGO_URI ||</a:t>
            </a:r>
            <a:br/>
            <a:r>
              <a:t> 19    'mongodb://127.0.0.1:27017/fsd2lab';</a:t>
            </a:r>
            <a:br/>
            <a:r>
              <a:t> 20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Experiment 04 — ExpressJS, Mongoose, CRUD and REST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